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6.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6.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Lst>
  <p:notesMasterIdLst>
    <p:notesMasterId r:id="rId7"/>
  </p:notesMasterIdLst>
  <p:sldIdLst>
    <p:sldId id="256" r:id="rId8"/>
    <p:sldId id="310" r:id="rId98"/>
    <p:sldId id="311" r:id="rId99"/>
    <p:sldId id="312" r:id="rId100"/>
    <p:sldId id="313" r:id="rId101"/>
    <p:sldId id="314" r:id="rId102"/>
    <p:sldId id="315" r:id="rId103"/>
    <p:sldId id="316" r:id="rId104"/>
    <p:sldId id="317" r:id="rId105"/>
    <p:sldId id="318" r:id="rId106"/>
    <p:sldId id="319" r:id="rId107"/>
    <p:sldId id="320" r:id="rId108"/>
    <p:sldId id="321" r:id="rId109"/>
    <p:sldId id="322" r:id="rId110"/>
    <p:sldId id="323" r:id="rId111"/>
    <p:sldId id="281" r:id="rId33"/>
  </p:sldIdLst>
  <p:sldSz cy="5143500" cx="9144000"/>
  <p:notesSz cx="6858000" cy="9144000"/>
  <p:embeddedFontLst>
    <p:embeddedFont>
      <p:font typeface="Catamaran"/>
      <p:regular r:id="rId62"/>
      <p:bold r:id="rId63"/>
    </p:embeddedFont>
    <p:embeddedFont>
      <p:font typeface="Roboto"/>
      <p:regular r:id="rId64"/>
      <p:bold r:id="rId65"/>
      <p:italic r:id="rId66"/>
      <p:boldItalic r:id="rId67"/>
    </p:embeddedFont>
    <p:embeddedFont>
      <p:font typeface="Livvic Light"/>
      <p:regular r:id="rId68"/>
      <p:bold r:id="rId69"/>
      <p:italic r:id="rId70"/>
      <p:boldItalic r:id="rId71"/>
    </p:embeddedFont>
    <p:embeddedFont>
      <p:font typeface="Montserrat"/>
      <p:regular r:id="rId72"/>
      <p:bold r:id="rId73"/>
      <p:italic r:id="rId74"/>
      <p:boldItalic r:id="rId75"/>
    </p:embeddedFont>
    <p:embeddedFont>
      <p:font typeface="Inter"/>
      <p:regular r:id="rId76"/>
      <p:bold r:id="rId77"/>
      <p:italic r:id="rId78"/>
      <p:boldItalic r:id="rId79"/>
    </p:embeddedFont>
    <p:embeddedFont>
      <p:font typeface="Fira Sans Extra Condensed Medium"/>
      <p:regular r:id="rId80"/>
      <p:bold r:id="rId81"/>
      <p:italic r:id="rId82"/>
      <p:boldItalic r:id="rId83"/>
    </p:embeddedFont>
    <p:embeddedFont>
      <p:font typeface="Livvic"/>
      <p:regular r:id="rId84"/>
      <p:bold r:id="rId85"/>
      <p:italic r:id="rId86"/>
      <p:boldItalic r:id="rId87"/>
    </p:embeddedFont>
    <p:embeddedFont>
      <p:font typeface="Catamaran Light"/>
      <p:regular r:id="rId88"/>
      <p:bold r:id="rId89"/>
    </p:embeddedFont>
    <p:embeddedFont>
      <p:font typeface="Catamaran Medium"/>
      <p:regular r:id="rId90"/>
      <p:bold r:id="rId91"/>
    </p:embeddedFont>
    <p:embeddedFont>
      <p:font typeface="Fira Sans Extra Condensed"/>
      <p:regular r:id="rId92"/>
      <p:bold r:id="rId93"/>
      <p:italic r:id="rId94"/>
      <p:boldItalic r:id="rId95"/>
    </p:embeddedFont>
    <p:embeddedFont>
      <p:font typeface="Catamaran ExtraLight"/>
      <p:regular r:id="rId96"/>
      <p:bold r:id="rId9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0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77C1A47-6D99-43D5-B578-D025A96ED837}">
  <a:tblStyle styleId="{677C1A47-6D99-43D5-B578-D025A96ED83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06"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3" Type="http://schemas.openxmlformats.org/officeDocument/2006/relationships/slide" Target="slides/slide26.xml"/><Relationship Id="rId62" Type="http://schemas.openxmlformats.org/officeDocument/2006/relationships/font" Target="fonts/Catamaran-regular.fntdata"/><Relationship Id="rId63" Type="http://schemas.openxmlformats.org/officeDocument/2006/relationships/font" Target="fonts/Catamaran-bold.fntdata"/><Relationship Id="rId64" Type="http://schemas.openxmlformats.org/officeDocument/2006/relationships/font" Target="fonts/Roboto-regular.fntdata"/><Relationship Id="rId65" Type="http://schemas.openxmlformats.org/officeDocument/2006/relationships/font" Target="fonts/Roboto-bold.fntdata"/><Relationship Id="rId66" Type="http://schemas.openxmlformats.org/officeDocument/2006/relationships/font" Target="fonts/Roboto-italic.fntdata"/><Relationship Id="rId67" Type="http://schemas.openxmlformats.org/officeDocument/2006/relationships/font" Target="fonts/Roboto-boldItalic.fntdata"/><Relationship Id="rId68" Type="http://schemas.openxmlformats.org/officeDocument/2006/relationships/font" Target="fonts/LivvicLight-regular.fntdata"/><Relationship Id="rId69" Type="http://schemas.openxmlformats.org/officeDocument/2006/relationships/font" Target="fonts/LivvicLight-bold.fntdata"/><Relationship Id="rId70" Type="http://schemas.openxmlformats.org/officeDocument/2006/relationships/font" Target="fonts/LivvicLight-italic.fntdata"/><Relationship Id="rId71" Type="http://schemas.openxmlformats.org/officeDocument/2006/relationships/font" Target="fonts/LivvicLight-boldItalic.fntdata"/><Relationship Id="rId72" Type="http://schemas.openxmlformats.org/officeDocument/2006/relationships/font" Target="fonts/Montserrat-regular.fntdata"/><Relationship Id="rId73" Type="http://schemas.openxmlformats.org/officeDocument/2006/relationships/font" Target="fonts/Montserrat-bold.fntdata"/><Relationship Id="rId74" Type="http://schemas.openxmlformats.org/officeDocument/2006/relationships/font" Target="fonts/Montserrat-italic.fntdata"/><Relationship Id="rId75" Type="http://schemas.openxmlformats.org/officeDocument/2006/relationships/font" Target="fonts/Montserrat-boldItalic.fntdata"/><Relationship Id="rId76" Type="http://schemas.openxmlformats.org/officeDocument/2006/relationships/font" Target="fonts/Inter-regular.fntdata"/><Relationship Id="rId77" Type="http://schemas.openxmlformats.org/officeDocument/2006/relationships/font" Target="fonts/Inter-bold.fntdata"/><Relationship Id="rId78" Type="http://schemas.openxmlformats.org/officeDocument/2006/relationships/font" Target="fonts/Inter-italic.fntdata"/><Relationship Id="rId79" Type="http://schemas.openxmlformats.org/officeDocument/2006/relationships/font" Target="fonts/Inter-boldItalic.fntdata"/><Relationship Id="rId80" Type="http://schemas.openxmlformats.org/officeDocument/2006/relationships/font" Target="fonts/FiraSansExtraCondensedMedium-regular.fntdata"/><Relationship Id="rId81" Type="http://schemas.openxmlformats.org/officeDocument/2006/relationships/font" Target="fonts/FiraSansExtraCondensedMedium-bold.fntdata"/><Relationship Id="rId82" Type="http://schemas.openxmlformats.org/officeDocument/2006/relationships/font" Target="fonts/FiraSansExtraCondensedMedium-italic.fntdata"/><Relationship Id="rId83" Type="http://schemas.openxmlformats.org/officeDocument/2006/relationships/font" Target="fonts/FiraSansExtraCondensedMedium-boldItalic.fntdata"/><Relationship Id="rId84" Type="http://schemas.openxmlformats.org/officeDocument/2006/relationships/font" Target="fonts/Livvic-regular.fntdata"/><Relationship Id="rId85" Type="http://schemas.openxmlformats.org/officeDocument/2006/relationships/font" Target="fonts/Livvic-bold.fntdata"/><Relationship Id="rId86" Type="http://schemas.openxmlformats.org/officeDocument/2006/relationships/font" Target="fonts/Livvic-italic.fntdata"/><Relationship Id="rId87" Type="http://schemas.openxmlformats.org/officeDocument/2006/relationships/font" Target="fonts/Livvic-boldItalic.fntdata"/><Relationship Id="rId88" Type="http://schemas.openxmlformats.org/officeDocument/2006/relationships/font" Target="fonts/CatamaranLight-regular.fntdata"/><Relationship Id="rId89" Type="http://schemas.openxmlformats.org/officeDocument/2006/relationships/font" Target="fonts/CatamaranLight-bold.fntdata"/><Relationship Id="rId90" Type="http://schemas.openxmlformats.org/officeDocument/2006/relationships/font" Target="fonts/CatamaranMedium-regular.fntdata"/><Relationship Id="rId91" Type="http://schemas.openxmlformats.org/officeDocument/2006/relationships/font" Target="fonts/CatamaranMedium-bold.fntdata"/><Relationship Id="rId92" Type="http://schemas.openxmlformats.org/officeDocument/2006/relationships/font" Target="fonts/FiraSansExtraCondensed-regular.fntdata"/><Relationship Id="rId93" Type="http://schemas.openxmlformats.org/officeDocument/2006/relationships/font" Target="fonts/FiraSansExtraCondensed-bold.fntdata"/><Relationship Id="rId94" Type="http://schemas.openxmlformats.org/officeDocument/2006/relationships/font" Target="fonts/FiraSansExtraCondensed-italic.fntdata"/><Relationship Id="rId95" Type="http://schemas.openxmlformats.org/officeDocument/2006/relationships/font" Target="fonts/FiraSansExtraCondensed-boldItalic.fntdata"/><Relationship Id="rId96" Type="http://schemas.openxmlformats.org/officeDocument/2006/relationships/font" Target="fonts/CatamaranExtraLight-regular.fntdata"/><Relationship Id="rId97" Type="http://schemas.openxmlformats.org/officeDocument/2006/relationships/font" Target="fonts/CatamaranExtraLight-bold.fntdata"/><Relationship Id="rId98" Type="http://schemas.openxmlformats.org/officeDocument/2006/relationships/slide" Target="slides/slide55.xml"/><Relationship Id="rId99" Type="http://schemas.openxmlformats.org/officeDocument/2006/relationships/slide" Target="slides/slide56.xml"/><Relationship Id="rId100" Type="http://schemas.openxmlformats.org/officeDocument/2006/relationships/slide" Target="slides/slide57.xml"/><Relationship Id="rId101" Type="http://schemas.openxmlformats.org/officeDocument/2006/relationships/slide" Target="slides/slide58.xml"/><Relationship Id="rId102" Type="http://schemas.openxmlformats.org/officeDocument/2006/relationships/slide" Target="slides/slide59.xml"/><Relationship Id="rId103" Type="http://schemas.openxmlformats.org/officeDocument/2006/relationships/slide" Target="slides/slide60.xml"/><Relationship Id="rId104" Type="http://schemas.openxmlformats.org/officeDocument/2006/relationships/slide" Target="slides/slide61.xml"/><Relationship Id="rId105" Type="http://schemas.openxmlformats.org/officeDocument/2006/relationships/slide" Target="slides/slide62.xml"/><Relationship Id="rId106" Type="http://schemas.openxmlformats.org/officeDocument/2006/relationships/slide" Target="slides/slide63.xml"/><Relationship Id="rId107" Type="http://schemas.openxmlformats.org/officeDocument/2006/relationships/slide" Target="slides/slide64.xml"/><Relationship Id="rId108" Type="http://schemas.openxmlformats.org/officeDocument/2006/relationships/slide" Target="slides/slide65.xml"/><Relationship Id="rId109" Type="http://schemas.openxmlformats.org/officeDocument/2006/relationships/slide" Target="slides/slide66.xml"/><Relationship Id="rId110" Type="http://schemas.openxmlformats.org/officeDocument/2006/relationships/slide" Target="slides/slide67.xml"/><Relationship Id="rId111" Type="http://schemas.openxmlformats.org/officeDocument/2006/relationships/slide" Target="slides/slide6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2010-2017</c:v>
                </c:pt>
              </c:strCache>
            </c:strRef>
          </c:tx>
          <c:spPr>
            <a:solidFill>
              <a:srgbClr val="B6AD9A"/>
            </a:solidFill>
          </c:spPr>
          <c:dLbls>
            <c:dLbl>
              <c:idx val="0"/>
              <c:tx>
                <c:rich>
                  <a:bodyPr/>
                  <a:lstStyle/>
                  <a:p>
                    <a:r>
                      <a:rPr sz="1200">
                        <a:solidFill>
                          <a:srgbClr val="434343"/>
                        </a:solidFill>
                      </a:rPr>
                      <a:t>8.026</a:t>
                    </a:r>
                  </a:p>
                </c:rich>
              </c:tx>
              <c:dLblPos val="outEnd"/>
              <c:showLegendKey val="0"/>
              <c:showVal val="1"/>
              <c:showCatName val="0"/>
              <c:showSerName val="0"/>
              <c:showPercent val="0"/>
              <c:showBubbleSize val="0"/>
            </c:dLbl>
            <c:dLbl>
              <c:idx val="1"/>
              <c:tx>
                <c:rich>
                  <a:bodyPr/>
                  <a:lstStyle/>
                  <a:p>
                    <a:r>
                      <a:rPr sz="1200">
                        <a:solidFill>
                          <a:srgbClr val="434343"/>
                        </a:solidFill>
                      </a:rPr>
                      <a:t>2.451</a:t>
                    </a:r>
                  </a:p>
                </c:rich>
              </c:tx>
              <c:dLblPos val="outEnd"/>
              <c:showLegendKey val="0"/>
              <c:showVal val="1"/>
              <c:showCatName val="0"/>
              <c:showSerName val="0"/>
              <c:showPercent val="0"/>
              <c:showBubbleSize val="0"/>
            </c:dLbl>
            <c:dLbl>
              <c:idx val="2"/>
              <c:tx>
                <c:rich>
                  <a:bodyPr/>
                  <a:lstStyle/>
                  <a:p>
                    <a:r>
                      <a:rPr sz="1200">
                        <a:solidFill>
                          <a:srgbClr val="434343"/>
                        </a:solidFill>
                      </a:rPr>
                      <a:t>876</a:t>
                    </a:r>
                  </a:p>
                </c:rich>
              </c:tx>
              <c:dLblPos val="outEnd"/>
              <c:showLegendKey val="0"/>
              <c:showVal val="1"/>
              <c:showCatName val="0"/>
              <c:showSerName val="0"/>
              <c:showPercent val="0"/>
              <c:showBubbleSize val="0"/>
            </c:dLbl>
            <c:dLbl>
              <c:idx val="3"/>
              <c:tx>
                <c:rich>
                  <a:bodyPr/>
                  <a:lstStyle/>
                  <a:p>
                    <a:r>
                      <a:rPr sz="1200">
                        <a:solidFill>
                          <a:srgbClr val="434343"/>
                        </a:solidFill>
                      </a:rPr>
                      <a:t>377</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Todos</c:v>
                </c:pt>
                <c:pt idx="1">
                  <c:v>M ≥ 2,0</c:v>
                </c:pt>
                <c:pt idx="2">
                  <c:v>M ≥ 2,5</c:v>
                </c:pt>
                <c:pt idx="3">
                  <c:v>M ≥ 3,0</c:v>
                </c:pt>
              </c:strCache>
            </c:strRef>
          </c:cat>
          <c:val>
            <c:numRef>
              <c:f>Sheet1!$B$2:$B$5</c:f>
              <c:numCache>
                <c:formatCode>General</c:formatCode>
                <c:ptCount val="4"/>
                <c:pt idx="0">
                  <c:v>8026</c:v>
                </c:pt>
                <c:pt idx="1">
                  <c:v>2451</c:v>
                </c:pt>
                <c:pt idx="2">
                  <c:v>876</c:v>
                </c:pt>
                <c:pt idx="3">
                  <c:v>377</c:v>
                </c:pt>
              </c:numCache>
            </c:numRef>
          </c:val>
        </c:ser>
        <c:ser>
          <c:idx val="1"/>
          <c:order val="1"/>
          <c:tx>
            <c:strRef>
              <c:f>Sheet1!$C$1</c:f>
              <c:strCache>
                <c:ptCount val="1"/>
                <c:pt idx="0">
                  <c:v>2018-2025</c:v>
                </c:pt>
              </c:strCache>
            </c:strRef>
          </c:tx>
          <c:spPr>
            <a:solidFill>
              <a:srgbClr val="908269"/>
            </a:solidFill>
          </c:spPr>
          <c:dLbls>
            <c:dLbl>
              <c:idx val="0"/>
              <c:tx>
                <c:rich>
                  <a:bodyPr/>
                  <a:lstStyle/>
                  <a:p>
                    <a:r>
                      <a:rPr sz="1200">
                        <a:solidFill>
                          <a:srgbClr val="434343"/>
                        </a:solidFill>
                      </a:rPr>
                      <a:t>12.085</a:t>
                    </a:r>
                  </a:p>
                </c:rich>
              </c:tx>
              <c:dLblPos val="outEnd"/>
              <c:showLegendKey val="0"/>
              <c:showVal val="1"/>
              <c:showCatName val="0"/>
              <c:showSerName val="0"/>
              <c:showPercent val="0"/>
              <c:showBubbleSize val="0"/>
            </c:dLbl>
            <c:dLbl>
              <c:idx val="1"/>
              <c:tx>
                <c:rich>
                  <a:bodyPr/>
                  <a:lstStyle/>
                  <a:p>
                    <a:r>
                      <a:rPr sz="1200">
                        <a:solidFill>
                          <a:srgbClr val="434343"/>
                        </a:solidFill>
                      </a:rPr>
                      <a:t>3.766</a:t>
                    </a:r>
                  </a:p>
                </c:rich>
              </c:tx>
              <c:dLblPos val="outEnd"/>
              <c:showLegendKey val="0"/>
              <c:showVal val="1"/>
              <c:showCatName val="0"/>
              <c:showSerName val="0"/>
              <c:showPercent val="0"/>
              <c:showBubbleSize val="0"/>
            </c:dLbl>
            <c:dLbl>
              <c:idx val="2"/>
              <c:tx>
                <c:rich>
                  <a:bodyPr/>
                  <a:lstStyle/>
                  <a:p>
                    <a:r>
                      <a:rPr sz="1200">
                        <a:solidFill>
                          <a:srgbClr val="434343"/>
                        </a:solidFill>
                      </a:rPr>
                      <a:t>965</a:t>
                    </a:r>
                  </a:p>
                </c:rich>
              </c:tx>
              <c:dLblPos val="outEnd"/>
              <c:showLegendKey val="0"/>
              <c:showVal val="1"/>
              <c:showCatName val="0"/>
              <c:showSerName val="0"/>
              <c:showPercent val="0"/>
              <c:showBubbleSize val="0"/>
            </c:dLbl>
            <c:dLbl>
              <c:idx val="3"/>
              <c:tx>
                <c:rich>
                  <a:bodyPr/>
                  <a:lstStyle/>
                  <a:p>
                    <a:r>
                      <a:rPr sz="1200">
                        <a:solidFill>
                          <a:srgbClr val="434343"/>
                        </a:solidFill>
                      </a:rPr>
                      <a:t>295</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Todos</c:v>
                </c:pt>
                <c:pt idx="1">
                  <c:v>M ≥ 2,0</c:v>
                </c:pt>
                <c:pt idx="2">
                  <c:v>M ≥ 2,5</c:v>
                </c:pt>
                <c:pt idx="3">
                  <c:v>M ≥ 3,0</c:v>
                </c:pt>
              </c:strCache>
            </c:strRef>
          </c:cat>
          <c:val>
            <c:numRef>
              <c:f>Sheet1!$C$2:$C$5</c:f>
              <c:numCache>
                <c:formatCode>General</c:formatCode>
                <c:ptCount val="4"/>
                <c:pt idx="0">
                  <c:v>12085</c:v>
                </c:pt>
                <c:pt idx="1">
                  <c:v>3766</c:v>
                </c:pt>
                <c:pt idx="2">
                  <c:v>965</c:v>
                </c:pt>
                <c:pt idx="3">
                  <c:v>295</c:v>
                </c:pt>
              </c:numCache>
            </c:numRef>
          </c:val>
        </c:ser>
        <c:gapWidth val="45"/>
        <c:overlap val="-5"/>
        <c:axId val="-2068027336"/>
        <c:axId val="-2113994440"/>
      </c:barChart>
      <c:catAx>
        <c:axId val="-2068027336"/>
        <c:scaling>
          <c:orientation val="maxMin"/>
        </c:scaling>
        <c:delete val="0"/>
        <c:axPos val="l"/>
        <c:majorTickMark val="out"/>
        <c:minorTickMark val="none"/>
        <c:tickLblPos val="nextTo"/>
        <c:spPr>
          <a:ln>
            <a:solidFill>
              <a:srgbClr val="B6AD9A"/>
            </a:solidFill>
          </a:ln>
        </c:spPr>
        <c:crossAx val="-2113994440"/>
        <c:crosses val="autoZero"/>
        <c:auto val="1"/>
        <c:lblAlgn val="ctr"/>
        <c:lblOffset val="100"/>
        <c:noMultiLvlLbl val="0"/>
      </c:catAx>
      <c:valAx>
        <c:axId val="-2113994440"/>
        <c:scaling>
          <c:max val="16000.0"/>
          <c:min val="0.0"/>
        </c:scaling>
        <c:delete/>
        <c:axPos val="b"/>
        <c:majorTickMark val="out"/>
        <c:minorTickMark val="none"/>
        <c:tickLblPos val="nextTo"/>
        <c:crossAx val="-2068027336"/>
        <c:crosses val="autoZero"/>
      </c:valAx>
    </c:plotArea>
    <c:legend>
      <c:legendPos val="b"/>
      <c:overlay val="0"/>
    </c:legend>
    <c:dispBlanksAs val="gap"/>
  </c:chart>
  <c:txPr>
    <a:bodyPr/>
    <a:lstStyle/>
    <a:p>
      <a:pPr>
        <a:defRPr sz="1200">
          <a:solidFill>
            <a:srgbClr val="434343"/>
          </a:solidFill>
          <a:latin typeface="Catamaran"/>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Sismos</c:v>
                </c:pt>
              </c:strCache>
            </c:strRef>
          </c:tx>
          <c:spPr>
            <a:solidFill>
              <a:srgbClr val="908269"/>
            </a:solidFill>
          </c:spPr>
          <c:dLbls>
            <c:dLbl>
              <c:idx val="0"/>
              <c:tx>
                <c:rich>
                  <a:bodyPr/>
                  <a:lstStyle/>
                  <a:p>
                    <a:r>
                      <a:rPr sz="1250">
                        <a:solidFill>
                          <a:srgbClr val="434343"/>
                        </a:solidFill>
                      </a:rPr>
                      <a:t>11.964</a:t>
                    </a:r>
                  </a:p>
                </c:rich>
              </c:tx>
              <c:dLblPos val="outEnd"/>
              <c:showLegendKey val="0"/>
              <c:showVal val="1"/>
              <c:showCatName val="0"/>
              <c:showSerName val="0"/>
              <c:showPercent val="0"/>
              <c:showBubbleSize val="0"/>
            </c:dLbl>
            <c:dLbl>
              <c:idx val="1"/>
              <c:tx>
                <c:rich>
                  <a:bodyPr/>
                  <a:lstStyle/>
                  <a:p>
                    <a:r>
                      <a:rPr sz="1250">
                        <a:solidFill>
                          <a:srgbClr val="434343"/>
                        </a:solidFill>
                      </a:rPr>
                      <a:t>1.407</a:t>
                    </a:r>
                  </a:p>
                </c:rich>
              </c:tx>
              <c:dLblPos val="outEnd"/>
              <c:showLegendKey val="0"/>
              <c:showVal val="1"/>
              <c:showCatName val="0"/>
              <c:showSerName val="0"/>
              <c:showPercent val="0"/>
              <c:showBubbleSize val="0"/>
            </c:dLbl>
            <c:dLbl>
              <c:idx val="2"/>
              <c:tx>
                <c:rich>
                  <a:bodyPr/>
                  <a:lstStyle/>
                  <a:p>
                    <a:r>
                      <a:rPr sz="1250">
                        <a:solidFill>
                          <a:srgbClr val="434343"/>
                        </a:solidFill>
                      </a:rPr>
                      <a:t>135</a:t>
                    </a:r>
                  </a:p>
                </c:rich>
              </c:tx>
              <c:dLblPos val="outEnd"/>
              <c:showLegendKey val="0"/>
              <c:showVal val="1"/>
              <c:showCatName val="0"/>
              <c:showSerName val="0"/>
              <c:showPercent val="0"/>
              <c:showBubbleSize val="0"/>
            </c:dLbl>
            <c:dLbl>
              <c:idx val="3"/>
              <c:tx>
                <c:rich>
                  <a:bodyPr/>
                  <a:lstStyle/>
                  <a:p>
                    <a:r>
                      <a:rPr sz="1250">
                        <a:solidFill>
                          <a:srgbClr val="434343"/>
                        </a:solidFill>
                      </a:rPr>
                      <a:t>130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Los Santos</c:v>
                </c:pt>
                <c:pt idx="1">
                  <c:v>Zapatoca</c:v>
                </c:pt>
                <c:pt idx="2">
                  <c:v>Cepitá</c:v>
                </c:pt>
                <c:pt idx="3">
                  <c:v>Villanueva</c:v>
                </c:pt>
              </c:strCache>
            </c:strRef>
          </c:cat>
          <c:val>
            <c:numRef>
              <c:f>Sheet1!$B$2:$B$5</c:f>
              <c:numCache>
                <c:formatCode>General</c:formatCode>
                <c:ptCount val="4"/>
                <c:pt idx="0">
                  <c:v>11964</c:v>
                </c:pt>
                <c:pt idx="1">
                  <c:v>1407</c:v>
                </c:pt>
                <c:pt idx="2">
                  <c:v>135</c:v>
                </c:pt>
                <c:pt idx="3">
                  <c:v>130</c:v>
                </c:pt>
              </c:numCache>
            </c:numRef>
          </c:val>
        </c:ser>
        <c:gapWidth val="45"/>
        <c:overlap val="-5"/>
        <c:axId val="-2068027336"/>
        <c:axId val="-2113994440"/>
      </c:barChart>
      <c:catAx>
        <c:axId val="-2068027336"/>
        <c:scaling>
          <c:orientation val="maxMin"/>
        </c:scaling>
        <c:delete val="0"/>
        <c:axPos val="l"/>
        <c:majorTickMark val="out"/>
        <c:minorTickMark val="none"/>
        <c:tickLblPos val="nextTo"/>
        <c:spPr>
          <a:ln>
            <a:solidFill>
              <a:srgbClr val="B6AD9A"/>
            </a:solidFill>
          </a:ln>
        </c:spPr>
        <c:crossAx val="-2113994440"/>
        <c:crosses val="autoZero"/>
        <c:auto val="1"/>
        <c:lblAlgn val="ctr"/>
        <c:lblOffset val="100"/>
        <c:noMultiLvlLbl val="0"/>
      </c:catAx>
      <c:valAx>
        <c:axId val="-2113994440"/>
        <c:scaling>
          <c:max val="16500.0"/>
          <c:min val="0.0"/>
        </c:scaling>
        <c:delete/>
        <c:axPos val="b"/>
        <c:majorTickMark val="out"/>
        <c:minorTickMark val="none"/>
        <c:tickLblPos val="nextTo"/>
        <c:crossAx val="-2068027336"/>
        <c:crosses val="autoZero"/>
      </c:valAx>
    </c:plotArea>
    <c:dispBlanksAs val="gap"/>
  </c:chart>
  <c:txPr>
    <a:bodyPr/>
    <a:lstStyle/>
    <a:p>
      <a:pPr>
        <a:defRPr sz="1250">
          <a:solidFill>
            <a:srgbClr val="434343"/>
          </a:solidFill>
          <a:latin typeface="Catamaran"/>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Exactitud</c:v>
                </c:pt>
              </c:strCache>
            </c:strRef>
          </c:tx>
          <c:spPr>
            <a:solidFill>
              <a:srgbClr val="908269"/>
            </a:solidFill>
          </c:spPr>
          <c:dLbls>
            <c:dLbl>
              <c:idx val="0"/>
              <c:tx>
                <c:rich>
                  <a:bodyPr/>
                  <a:lstStyle/>
                  <a:p>
                    <a:r>
                      <a:rPr sz="1200">
                        <a:solidFill>
                          <a:srgbClr val="434343"/>
                        </a:solidFill>
                      </a:rPr>
                      <a:t>80,2 %</a:t>
                    </a:r>
                  </a:p>
                </c:rich>
              </c:tx>
              <c:dLblPos val="outEnd"/>
              <c:showLegendKey val="0"/>
              <c:showVal val="1"/>
              <c:showCatName val="0"/>
              <c:showSerName val="0"/>
              <c:showPercent val="0"/>
              <c:showBubbleSize val="0"/>
            </c:dLbl>
            <c:dLbl>
              <c:idx val="1"/>
              <c:tx>
                <c:rich>
                  <a:bodyPr/>
                  <a:lstStyle/>
                  <a:p>
                    <a:r>
                      <a:rPr sz="1200">
                        <a:solidFill>
                          <a:srgbClr val="434343"/>
                        </a:solidFill>
                      </a:rPr>
                      <a:t>76,3 %</a:t>
                    </a:r>
                  </a:p>
                </c:rich>
              </c:tx>
              <c:dLblPos val="outEnd"/>
              <c:showLegendKey val="0"/>
              <c:showVal val="1"/>
              <c:showCatName val="0"/>
              <c:showSerName val="0"/>
              <c:showPercent val="0"/>
              <c:showBubbleSize val="0"/>
            </c:dLbl>
            <c:dLbl>
              <c:idx val="2"/>
              <c:tx>
                <c:rich>
                  <a:bodyPr/>
                  <a:lstStyle/>
                  <a:p>
                    <a:r>
                      <a:rPr sz="1200">
                        <a:solidFill>
                          <a:srgbClr val="434343"/>
                        </a:solidFill>
                      </a:rPr>
                      <a:t>80,7 %</a:t>
                    </a:r>
                  </a:p>
                </c:rich>
              </c:tx>
              <c:dLblPos val="outEnd"/>
              <c:showLegendKey val="0"/>
              <c:showVal val="1"/>
              <c:showCatName val="0"/>
              <c:showSerName val="0"/>
              <c:showPercent val="0"/>
              <c:showBubbleSize val="0"/>
            </c:dLbl>
            <c:dLbl>
              <c:idx val="3"/>
              <c:tx>
                <c:rich>
                  <a:bodyPr/>
                  <a:lstStyle/>
                  <a:p>
                    <a:r>
                      <a:rPr sz="1200">
                        <a:solidFill>
                          <a:srgbClr val="434343"/>
                        </a:solidFill>
                      </a:rPr>
                      <a:t>82,8 %</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Trimestre anterior</c:v>
                </c:pt>
                <c:pt idx="1">
                  <c:v>Reg. Logística</c:v>
                </c:pt>
                <c:pt idx="2">
                  <c:v>Random Forest</c:v>
                </c:pt>
                <c:pt idx="3">
                  <c:v>Techo</c:v>
                </c:pt>
              </c:strCache>
            </c:strRef>
          </c:cat>
          <c:val>
            <c:numRef>
              <c:f>Sheet1!$B$2:$B$5</c:f>
              <c:numCache>
                <c:formatCode>General</c:formatCode>
                <c:ptCount val="4"/>
                <c:pt idx="0">
                  <c:v>80.2</c:v>
                </c:pt>
                <c:pt idx="1">
                  <c:v>76.3</c:v>
                </c:pt>
                <c:pt idx="2">
                  <c:v>80.7</c:v>
                </c:pt>
                <c:pt idx="3">
                  <c:v>82.8</c:v>
                </c:pt>
              </c:numCache>
            </c:numRef>
          </c:val>
        </c:ser>
        <c:ser>
          <c:idx val="1"/>
          <c:order val="1"/>
          <c:tx>
            <c:strRef>
              <c:f>Sheet1!$C$1</c:f>
              <c:strCache>
                <c:ptCount val="1"/>
                <c:pt idx="0">
                  <c:v>F1 macro</c:v>
                </c:pt>
              </c:strCache>
            </c:strRef>
          </c:tx>
          <c:spPr>
            <a:solidFill>
              <a:srgbClr val="434343"/>
            </a:solidFill>
          </c:spPr>
          <c:dLbls>
            <c:dLbl>
              <c:idx val="0"/>
              <c:tx>
                <c:rich>
                  <a:bodyPr/>
                  <a:lstStyle/>
                  <a:p>
                    <a:r>
                      <a:rPr sz="1200">
                        <a:solidFill>
                          <a:srgbClr val="434343"/>
                        </a:solidFill>
                      </a:rPr>
                      <a:t>70,9 %</a:t>
                    </a:r>
                  </a:p>
                </c:rich>
              </c:tx>
              <c:dLblPos val="outEnd"/>
              <c:showLegendKey val="0"/>
              <c:showVal val="1"/>
              <c:showCatName val="0"/>
              <c:showSerName val="0"/>
              <c:showPercent val="0"/>
              <c:showBubbleSize val="0"/>
            </c:dLbl>
            <c:dLbl>
              <c:idx val="1"/>
              <c:tx>
                <c:rich>
                  <a:bodyPr/>
                  <a:lstStyle/>
                  <a:p>
                    <a:r>
                      <a:rPr sz="1200">
                        <a:solidFill>
                          <a:srgbClr val="434343"/>
                        </a:solidFill>
                      </a:rPr>
                      <a:t>70,5 %</a:t>
                    </a:r>
                  </a:p>
                </c:rich>
              </c:tx>
              <c:dLblPos val="outEnd"/>
              <c:showLegendKey val="0"/>
              <c:showVal val="1"/>
              <c:showCatName val="0"/>
              <c:showSerName val="0"/>
              <c:showPercent val="0"/>
              <c:showBubbleSize val="0"/>
            </c:dLbl>
            <c:dLbl>
              <c:idx val="2"/>
              <c:tx>
                <c:rich>
                  <a:bodyPr/>
                  <a:lstStyle/>
                  <a:p>
                    <a:r>
                      <a:rPr sz="1200">
                        <a:solidFill>
                          <a:srgbClr val="434343"/>
                        </a:solidFill>
                      </a:rPr>
                      <a:t>71,9 %</a:t>
                    </a:r>
                  </a:p>
                </c:rich>
              </c:tx>
              <c:dLblPos val="outEnd"/>
              <c:showLegendKey val="0"/>
              <c:showVal val="1"/>
              <c:showCatName val="0"/>
              <c:showSerName val="0"/>
              <c:showPercent val="0"/>
              <c:showBubbleSize val="0"/>
            </c:dLbl>
            <c:dLbl>
              <c:idx val="3"/>
              <c:tx>
                <c:rich>
                  <a:bodyPr/>
                  <a:lstStyle/>
                  <a:p>
                    <a:r>
                      <a:rPr sz="1200">
                        <a:solidFill>
                          <a:srgbClr val="434343"/>
                        </a:solidFill>
                      </a:rPr>
                      <a:t>72,3 %</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Trimestre anterior</c:v>
                </c:pt>
                <c:pt idx="1">
                  <c:v>Reg. Logística</c:v>
                </c:pt>
                <c:pt idx="2">
                  <c:v>Random Forest</c:v>
                </c:pt>
                <c:pt idx="3">
                  <c:v>Techo</c:v>
                </c:pt>
              </c:strCache>
            </c:strRef>
          </c:cat>
          <c:val>
            <c:numRef>
              <c:f>Sheet1!$C$2:$C$5</c:f>
              <c:numCache>
                <c:formatCode>General</c:formatCode>
                <c:ptCount val="4"/>
                <c:pt idx="0">
                  <c:v>70.9</c:v>
                </c:pt>
                <c:pt idx="1">
                  <c:v>70.5</c:v>
                </c:pt>
                <c:pt idx="2">
                  <c:v>71.9</c:v>
                </c:pt>
                <c:pt idx="3">
                  <c:v>72.3</c:v>
                </c:pt>
              </c:numCache>
            </c:numRef>
          </c:val>
        </c:ser>
        <c:gapWidth val="45"/>
        <c:overlap val="-5"/>
        <c:axId val="-2068027336"/>
        <c:axId val="-2113994440"/>
      </c:barChart>
      <c:catAx>
        <c:axId val="-2068027336"/>
        <c:scaling>
          <c:orientation val="maxMin"/>
        </c:scaling>
        <c:delete val="0"/>
        <c:axPos val="l"/>
        <c:majorTickMark val="out"/>
        <c:minorTickMark val="none"/>
        <c:tickLblPos val="nextTo"/>
        <c:spPr>
          <a:ln>
            <a:solidFill>
              <a:srgbClr val="B6AD9A"/>
            </a:solidFill>
          </a:ln>
        </c:spPr>
        <c:crossAx val="-2113994440"/>
        <c:crosses val="autoZero"/>
        <c:auto val="1"/>
        <c:lblAlgn val="ctr"/>
        <c:lblOffset val="100"/>
        <c:noMultiLvlLbl val="0"/>
      </c:catAx>
      <c:valAx>
        <c:axId val="-2113994440"/>
        <c:scaling>
          <c:max val="122.0"/>
          <c:min val="0.0"/>
        </c:scaling>
        <c:delete/>
        <c:axPos val="b"/>
        <c:majorTickMark val="out"/>
        <c:minorTickMark val="none"/>
        <c:tickLblPos val="nextTo"/>
        <c:crossAx val="-2068027336"/>
        <c:crosses val="autoZero"/>
      </c:valAx>
    </c:plotArea>
    <c:legend>
      <c:legendPos val="b"/>
      <c:overlay val="0"/>
    </c:legend>
    <c:dispBlanksAs val="gap"/>
  </c:chart>
  <c:txPr>
    <a:bodyPr/>
    <a:lstStyle/>
    <a:p>
      <a:pPr>
        <a:defRPr sz="1200">
          <a:solidFill>
            <a:srgbClr val="434343"/>
          </a:solidFill>
          <a:latin typeface="Catamaran"/>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Exactitud</c:v>
                </c:pt>
              </c:strCache>
            </c:strRef>
          </c:tx>
          <c:spPr>
            <a:solidFill>
              <a:srgbClr val="908269"/>
            </a:solidFill>
          </c:spPr>
          <c:dLbls>
            <c:dLbl>
              <c:idx val="0"/>
              <c:tx>
                <c:rich>
                  <a:bodyPr/>
                  <a:lstStyle/>
                  <a:p>
                    <a:r>
                      <a:rPr sz="1150">
                        <a:solidFill>
                          <a:srgbClr val="434343"/>
                        </a:solidFill>
                      </a:rPr>
                      <a:t>91,7 %</a:t>
                    </a:r>
                  </a:p>
                </c:rich>
              </c:tx>
              <c:dLblPos val="outEnd"/>
              <c:showLegendKey val="0"/>
              <c:showVal val="1"/>
              <c:showCatName val="0"/>
              <c:showSerName val="0"/>
              <c:showPercent val="0"/>
              <c:showBubbleSize val="0"/>
            </c:dLbl>
            <c:dLbl>
              <c:idx val="1"/>
              <c:tx>
                <c:rich>
                  <a:bodyPr/>
                  <a:lstStyle/>
                  <a:p>
                    <a:r>
                      <a:rPr sz="1150">
                        <a:solidFill>
                          <a:srgbClr val="434343"/>
                        </a:solidFill>
                      </a:rPr>
                      <a:t>90,9 %</a:t>
                    </a:r>
                  </a:p>
                </c:rich>
              </c:tx>
              <c:dLblPos val="outEnd"/>
              <c:showLegendKey val="0"/>
              <c:showVal val="1"/>
              <c:showCatName val="0"/>
              <c:showSerName val="0"/>
              <c:showPercent val="0"/>
              <c:showBubbleSize val="0"/>
            </c:dLbl>
            <c:dLbl>
              <c:idx val="2"/>
              <c:tx>
                <c:rich>
                  <a:bodyPr/>
                  <a:lstStyle/>
                  <a:p>
                    <a:r>
                      <a:rPr sz="1150">
                        <a:solidFill>
                          <a:srgbClr val="434343"/>
                        </a:solidFill>
                      </a:rPr>
                      <a:t>93,4 %</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Siempre «Bajo»</c:v>
                </c:pt>
                <c:pt idx="1">
                  <c:v>Trim. anterior</c:v>
                </c:pt>
                <c:pt idx="2">
                  <c:v>Random Forest</c:v>
                </c:pt>
              </c:strCache>
            </c:strRef>
          </c:cat>
          <c:val>
            <c:numRef>
              <c:f>Sheet1!$B$2:$B$4</c:f>
              <c:numCache>
                <c:formatCode>General</c:formatCode>
                <c:ptCount val="3"/>
                <c:pt idx="0">
                  <c:v>91.7</c:v>
                </c:pt>
                <c:pt idx="1">
                  <c:v>90.9</c:v>
                </c:pt>
                <c:pt idx="2">
                  <c:v>93.4</c:v>
                </c:pt>
              </c:numCache>
            </c:numRef>
          </c:val>
        </c:ser>
        <c:ser>
          <c:idx val="1"/>
          <c:order val="1"/>
          <c:tx>
            <c:strRef>
              <c:f>Sheet1!$C$1</c:f>
              <c:strCache>
                <c:ptCount val="1"/>
                <c:pt idx="0">
                  <c:v>F1 macro</c:v>
                </c:pt>
              </c:strCache>
            </c:strRef>
          </c:tx>
          <c:spPr>
            <a:solidFill>
              <a:srgbClr val="434343"/>
            </a:solidFill>
          </c:spPr>
          <c:dLbls>
            <c:dLbl>
              <c:idx val="0"/>
              <c:tx>
                <c:rich>
                  <a:bodyPr/>
                  <a:lstStyle/>
                  <a:p>
                    <a:r>
                      <a:rPr sz="1150">
                        <a:solidFill>
                          <a:srgbClr val="434343"/>
                        </a:solidFill>
                      </a:rPr>
                      <a:t>31,9 %</a:t>
                    </a:r>
                  </a:p>
                </c:rich>
              </c:tx>
              <c:dLblPos val="outEnd"/>
              <c:showLegendKey val="0"/>
              <c:showVal val="1"/>
              <c:showCatName val="0"/>
              <c:showSerName val="0"/>
              <c:showPercent val="0"/>
              <c:showBubbleSize val="0"/>
            </c:dLbl>
            <c:dLbl>
              <c:idx val="1"/>
              <c:tx>
                <c:rich>
                  <a:bodyPr/>
                  <a:lstStyle/>
                  <a:p>
                    <a:r>
                      <a:rPr sz="1150">
                        <a:solidFill>
                          <a:srgbClr val="434343"/>
                        </a:solidFill>
                      </a:rPr>
                      <a:t>70,0 %</a:t>
                    </a:r>
                  </a:p>
                </c:rich>
              </c:tx>
              <c:dLblPos val="outEnd"/>
              <c:showLegendKey val="0"/>
              <c:showVal val="1"/>
              <c:showCatName val="0"/>
              <c:showSerName val="0"/>
              <c:showPercent val="0"/>
              <c:showBubbleSize val="0"/>
            </c:dLbl>
            <c:dLbl>
              <c:idx val="2"/>
              <c:tx>
                <c:rich>
                  <a:bodyPr/>
                  <a:lstStyle/>
                  <a:p>
                    <a:r>
                      <a:rPr sz="1150">
                        <a:solidFill>
                          <a:srgbClr val="434343"/>
                        </a:solidFill>
                      </a:rPr>
                      <a:t>74,3 %</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Siempre «Bajo»</c:v>
                </c:pt>
                <c:pt idx="1">
                  <c:v>Trim. anterior</c:v>
                </c:pt>
                <c:pt idx="2">
                  <c:v>Random Forest</c:v>
                </c:pt>
              </c:strCache>
            </c:strRef>
          </c:cat>
          <c:val>
            <c:numRef>
              <c:f>Sheet1!$C$2:$C$4</c:f>
              <c:numCache>
                <c:formatCode>General</c:formatCode>
                <c:ptCount val="3"/>
                <c:pt idx="0">
                  <c:v>31.9</c:v>
                </c:pt>
                <c:pt idx="1">
                  <c:v>70.0</c:v>
                </c:pt>
                <c:pt idx="2">
                  <c:v>74.3</c:v>
                </c:pt>
              </c:numCache>
            </c:numRef>
          </c:val>
        </c:ser>
        <c:gapWidth val="45"/>
        <c:overlap val="-5"/>
        <c:axId val="-2068027336"/>
        <c:axId val="-2113994440"/>
      </c:barChart>
      <c:catAx>
        <c:axId val="-2068027336"/>
        <c:scaling>
          <c:orientation val="maxMin"/>
        </c:scaling>
        <c:delete val="0"/>
        <c:axPos val="l"/>
        <c:majorTickMark val="out"/>
        <c:minorTickMark val="none"/>
        <c:tickLblPos val="nextTo"/>
        <c:spPr>
          <a:ln>
            <a:solidFill>
              <a:srgbClr val="B6AD9A"/>
            </a:solidFill>
          </a:ln>
        </c:spPr>
        <c:crossAx val="-2113994440"/>
        <c:crosses val="autoZero"/>
        <c:auto val="1"/>
        <c:lblAlgn val="ctr"/>
        <c:lblOffset val="100"/>
        <c:noMultiLvlLbl val="0"/>
      </c:catAx>
      <c:valAx>
        <c:axId val="-2113994440"/>
        <c:scaling>
          <c:max val="128.0"/>
          <c:min val="0.0"/>
        </c:scaling>
        <c:delete/>
        <c:axPos val="b"/>
        <c:majorTickMark val="out"/>
        <c:minorTickMark val="none"/>
        <c:tickLblPos val="nextTo"/>
        <c:crossAx val="-2068027336"/>
        <c:crosses val="autoZero"/>
      </c:valAx>
    </c:plotArea>
    <c:legend>
      <c:legendPos val="b"/>
      <c:overlay val="0"/>
    </c:legend>
    <c:dispBlanksAs val="gap"/>
  </c:chart>
  <c:txPr>
    <a:bodyPr/>
    <a:lstStyle/>
    <a:p>
      <a:pPr>
        <a:defRPr sz="1150">
          <a:solidFill>
            <a:srgbClr val="434343"/>
          </a:solidFill>
          <a:latin typeface="Catamaran"/>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Error</c:v>
                </c:pt>
              </c:strCache>
            </c:strRef>
          </c:tx>
          <c:spPr>
            <a:solidFill>
              <a:srgbClr val="908269"/>
            </a:solidFill>
          </c:spPr>
          <c:dLbls>
            <c:dLbl>
              <c:idx val="0"/>
              <c:tx>
                <c:rich>
                  <a:bodyPr/>
                  <a:lstStyle/>
                  <a:p>
                    <a:r>
                      <a:rPr sz="1250">
                        <a:solidFill>
                          <a:srgbClr val="434343"/>
                        </a:solidFill>
                      </a:rPr>
                      <a:t>1,04</a:t>
                    </a:r>
                  </a:p>
                </c:rich>
              </c:tx>
              <c:dLblPos val="outEnd"/>
              <c:showLegendKey val="0"/>
              <c:showVal val="1"/>
              <c:showCatName val="0"/>
              <c:showSerName val="0"/>
              <c:showPercent val="0"/>
              <c:showBubbleSize val="0"/>
            </c:dLbl>
            <c:dLbl>
              <c:idx val="1"/>
              <c:tx>
                <c:rich>
                  <a:bodyPr/>
                  <a:lstStyle/>
                  <a:p>
                    <a:r>
                      <a:rPr sz="1250">
                        <a:solidFill>
                          <a:srgbClr val="434343"/>
                        </a:solidFill>
                      </a:rPr>
                      <a:t>0,96</a:t>
                    </a:r>
                  </a:p>
                </c:rich>
              </c:tx>
              <c:dLblPos val="outEnd"/>
              <c:showLegendKey val="0"/>
              <c:showVal val="1"/>
              <c:showCatName val="0"/>
              <c:showSerName val="0"/>
              <c:showPercent val="0"/>
              <c:showBubbleSize val="0"/>
            </c:dLbl>
            <c:dLbl>
              <c:idx val="2"/>
              <c:tx>
                <c:rich>
                  <a:bodyPr/>
                  <a:lstStyle/>
                  <a:p>
                    <a:r>
                      <a:rPr sz="1250">
                        <a:solidFill>
                          <a:srgbClr val="434343"/>
                        </a:solidFill>
                      </a:rPr>
                      <a:t>0,80</a:t>
                    </a:r>
                  </a:p>
                </c:rich>
              </c:tx>
              <c:dLblPos val="outEnd"/>
              <c:showLegendKey val="0"/>
              <c:showVal val="1"/>
              <c:showCatName val="0"/>
              <c:showSerName val="0"/>
              <c:showPercent val="0"/>
              <c:showBubbleSize val="0"/>
            </c:dLbl>
            <c:dLbl>
              <c:idx val="3"/>
              <c:tx>
                <c:rich>
                  <a:bodyPr/>
                  <a:lstStyle/>
                  <a:p>
                    <a:r>
                      <a:rPr sz="1250">
                        <a:solidFill>
                          <a:srgbClr val="434343"/>
                        </a:solidFill>
                      </a:rPr>
                      <a:t>0,85</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Física sola</c:v>
                </c:pt>
                <c:pt idx="1">
                  <c:v>Física + sesgo</c:v>
                </c:pt>
                <c:pt idx="2">
                  <c:v>Física + regresión (elegido)</c:v>
                </c:pt>
                <c:pt idx="3">
                  <c:v>Física + Random Forest</c:v>
                </c:pt>
              </c:strCache>
            </c:strRef>
          </c:cat>
          <c:val>
            <c:numRef>
              <c:f>Sheet1!$B$2:$B$5</c:f>
              <c:numCache>
                <c:formatCode>General</c:formatCode>
                <c:ptCount val="4"/>
                <c:pt idx="0">
                  <c:v>1.04</c:v>
                </c:pt>
                <c:pt idx="1">
                  <c:v>0.96</c:v>
                </c:pt>
                <c:pt idx="2">
                  <c:v>0.8</c:v>
                </c:pt>
                <c:pt idx="3">
                  <c:v>0.85</c:v>
                </c:pt>
              </c:numCache>
            </c:numRef>
          </c:val>
        </c:ser>
        <c:gapWidth val="45"/>
        <c:overlap val="-5"/>
        <c:axId val="-2068027336"/>
        <c:axId val="-2113994440"/>
      </c:barChart>
      <c:catAx>
        <c:axId val="-2068027336"/>
        <c:scaling>
          <c:orientation val="maxMin"/>
        </c:scaling>
        <c:delete val="0"/>
        <c:axPos val="l"/>
        <c:majorTickMark val="out"/>
        <c:minorTickMark val="none"/>
        <c:tickLblPos val="nextTo"/>
        <c:spPr>
          <a:ln>
            <a:solidFill>
              <a:srgbClr val="B6AD9A"/>
            </a:solidFill>
          </a:ln>
        </c:spPr>
        <c:crossAx val="-2113994440"/>
        <c:crosses val="autoZero"/>
        <c:auto val="1"/>
        <c:lblAlgn val="ctr"/>
        <c:lblOffset val="100"/>
        <c:noMultiLvlLbl val="0"/>
      </c:catAx>
      <c:valAx>
        <c:axId val="-2113994440"/>
        <c:scaling>
          <c:max val="1.3"/>
          <c:min val="0.0"/>
        </c:scaling>
        <c:delete/>
        <c:axPos val="b"/>
        <c:majorTickMark val="out"/>
        <c:minorTickMark val="none"/>
        <c:tickLblPos val="nextTo"/>
        <c:crossAx val="-2068027336"/>
        <c:crosses val="autoZero"/>
      </c:valAx>
    </c:plotArea>
    <c:dispBlanksAs val="gap"/>
  </c:chart>
  <c:txPr>
    <a:bodyPr/>
    <a:lstStyle/>
    <a:p>
      <a:pPr>
        <a:defRPr sz="1250">
          <a:solidFill>
            <a:srgbClr val="434343"/>
          </a:solidFill>
          <a:latin typeface="Catamaran"/>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2a420aca26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2a420aca26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Buenos días. Somos Centinelas de Santander, categoría Básica. En 15 minutos les contamos cómo pasamos del catálogo de sismos del Servicio Geológico a una aplicación que dice qué zonas de Los Santos van a estar más activas, y qué pasaría si temblara fuerte. (30 segundos)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2a420aca26_0_1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2a420aca26_0_1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Gracias. Quedamos atentos a sus preguntas. Si quieren, mostramos la aplicación en vivo.</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Los Santos está encima del Nido de Bucaramanga: tiembla todos los días, casi siempre a 150 km de profundidad. El reto nos pide clasificar zonas en riesgo bajo, medio o alto con datos oficiales y un modelo supervisado, no con reglas fijas. El problema de fondo son los datos: el catálogo no es parejo en el tiempo, no dice qué daños hubo, y los sismos tienen azar. Eso guió todo lo que hicimos. (1 minuto)</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solución tiene tres partes separadas. El entrenamiento, en Python, limpia los datos y entrena tres modelos. El backend es una API que solo carga esos modelos y responde. Y el frontend es la aplicación web con el relieve 3D. Separarlo así nos deja actualizar los modelos sin tocar la aplicación. (1 minuto)</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Todo viene de fuentes oficiales. El catálogo llega como texto: hasta la magnitud es texto. Lo limpiamos en cinco pasos y dejamos registro de cuántas filas quedan en cada uno. Resultado: no se pierde ni un sismo, porque el SGC no trae repetidos ni filas sin datos clave. Los faltantes que quedan no los inventamos. Y los archivos originales nunca se tocan. (1 minuto)</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Esta es la decisión más importante del proyecto. Si contamos todos los sismos, parece que Santander tiembla 51 % más que antes. Mentira: es la red, que ahora tiene más estaciones y detecta sismos más pequeños. Con magnitud 2,5 o más, el cambio baja a 10 %. Y arrancamos en 2010 porque antes era, en la práctica, otra red: la magnitud más frecuente era 2,2 y hoy es 1,6. Sacrificamos el 92 % de los sismos para que el modelo aprenda sismicidad y no mejoras de la red. (1 minuto y medio)</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Aquí nos llevamos una sorpresa. El primer modelo lo entrenamos con el catálogo filtrado por el municipio de Los Santos. Pero el nido no respeta límites municipales: revisando una capa oficial de la Gobernación vimos que cubre once municipios. Bajamos el catálogo de todo Santander y resultó que nos faltaba uno de cada ocho sismos de nuestra propia zona. Corregirlo arregló 14 celdas que parecían vacías. Ojo: seguimos prediciendo solo Los Santos. (1 minuto)</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Cómo funciona el modelo principal. No clasificamos sismos, clasificamos zonas: cada caso es una celda de 5,5 km en un trimestre. Le damos 15 variables de lo que pasó hasta hoy y le preguntamos cuántos sismos habrá el trimestre siguiente: ninguno es bajo, de uno a tres es medio, más de tres es alto. Esa etiqueta no la inventamos, es lo que pasó después. Entrenamos con 2011 a 2021 y probamos con 2022 a 2026, que el modelo nunca vio. Los ajustes del modelo se eligen con validación interna, sin mirar la prueba. (1 minuto y medio)</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Resultados del modelo principal. 80,7 % de exactitud y 71,9 % de F1 en datos que no vio. Le gana a las tres reglas sin aprendizaje, aunque a la persistencia por poco: 80,7 contra 80,2. ¿Por qué no más? Calculamos un techo: un oráculo que conoce la tasa real de cada celda acierta 82,8 %. Estamos al 97 % de ese techo. Lo que falta es azar de los sismos, no un mejor algoritmo. Y cuando falla, falla por poco: casi nunca confunde bajo con alto. (1 minuto y medio)</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segundo modelo es el mismo clasificador para todo Santander: 358 celdas. Da 93,4 % de exactitud, pero cuidado: aquí la exactitud engaña. El 92 % de los casos son bajo, así que decir siempre bajo ya acierta 91,7. Por eso miramos el F1, que es 74,3 contra 70 de la persistencia. ¿Por qué dos modelos? Probamos uno solo para todo y en Los Santos bajaba de 79 a 63 %: las celdas vacías le enseñan otra cosa. Cada modelo, en su zona. (1 minuto)</a:t>
            </a:r>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Los clasificadores dicen dónde habrá más actividad, pero no qué tan fuerte se siente. Para eso hay un simulador: una fórmula física publicada, calibrada con 598 reportes reales de la gente en 86 sismos del nido. La calibración le bajó el error 23 %, y un modelo más complejo no la mejoró. Lo validamos dejando fuera un sismo completo cada vez. Con él, la aplicación dice cuántas personas quedan en sacudida baja, media o alta. (1 minuto)</a:t>
            </a: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tercer modelo estima viviendas afectadas, aprendiendo de 27 sismos colombianos reales reportados por la UNGRD. Siendo honestos: este modelo es débil, se equivoca por un factor de diez. Por eso siempre da un rango y lo decimos en pantalla. El costo sale de lo que el Estado ha gastado en atención por vivienda: no es indemnización. Sirve para comparar escenarios, no para pronosticar daños. (1 minuto)</a:t>
            </a:r>
          </a:p>
        </p:txBody>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Cómo llega esto al usuario. El backend es una API en FastAPI: carga los tres modelos al arrancar y responde. Tiene 22 pruebas automáticas que revisan, por ejemplo, que lo que sirve la API es exactamente lo que se entrenó. Lo probamos en un contenedor Docker: arranca en 6 segundos y usa 190 MB. El frontend es React con deck.gl: pinta los resultados como mapa de calor sobre el relieve real de Santander. (1 minuto)</a:t>
            </a:r>
          </a:p>
        </p:txBody>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Esto es la aplicación. En datos reales se ve el riesgo que predice el modelo para el próximo trimestre, pintado sobre las montañas. Y lo que más nos gusta: la línea de tiempo. Uno retrocede a cualquier trimestre desde 2022 y compara lo que el modelo predijo con lo que pasó. Las celdas donde falló quedan marcadas con una equis. No escondemos los errores. (1 minuto; si hay tiempo, mostrar en vivo)</a:t>
            </a:r>
          </a:p>
        </p:txBody>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 la parte de simulados uno elige magnitud y profundidad y ve la sacudida. O reproduce un sismo real, como el del 10 de marzo de 2015, y lo compara con lo que la gente reportó. El panel dice cuántas personas quedan en cada nivel, cuántas viviendas se afectarían con su rango, y el costo. En este ejemplo, un sismo de 6,8 a 20 km: está fuera de lo que validamos y la aplicación lo advierte sola. (1 minuto)</a:t>
            </a:r>
          </a:p>
        </p:txBody>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Para cerrar, lo que no hace bien, dicho por nosotros antes de que nos lo pregunten. La ventaja sobre la persistencia es pequeña. El nivel medio se predice mal. El modelo de viviendas es una primera aproximación. Y no predecimos cuándo va a temblar: nadie puede. Lo que sí logramos: tres modelos validados con honestidad, una aplicación que funciona, y una lección: lo que más pesó no fue el algoritmo, fueron los datos. Gracias. (1 minuto)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039575" y="1701225"/>
            <a:ext cx="4592400" cy="17823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Clr>
                <a:srgbClr val="434343"/>
              </a:buClr>
              <a:buSzPts val="4800"/>
              <a:buNone/>
              <a:defRPr sz="4800">
                <a:solidFill>
                  <a:srgbClr val="434343"/>
                </a:solidFill>
              </a:defRPr>
            </a:lvl2pPr>
            <a:lvl3pPr lvl="2">
              <a:spcBef>
                <a:spcPts val="0"/>
              </a:spcBef>
              <a:spcAft>
                <a:spcPts val="0"/>
              </a:spcAft>
              <a:buClr>
                <a:srgbClr val="434343"/>
              </a:buClr>
              <a:buSzPts val="4800"/>
              <a:buNone/>
              <a:defRPr sz="4800">
                <a:solidFill>
                  <a:srgbClr val="434343"/>
                </a:solidFill>
              </a:defRPr>
            </a:lvl3pPr>
            <a:lvl4pPr lvl="3">
              <a:spcBef>
                <a:spcPts val="0"/>
              </a:spcBef>
              <a:spcAft>
                <a:spcPts val="0"/>
              </a:spcAft>
              <a:buClr>
                <a:srgbClr val="434343"/>
              </a:buClr>
              <a:buSzPts val="4800"/>
              <a:buNone/>
              <a:defRPr sz="4800">
                <a:solidFill>
                  <a:srgbClr val="434343"/>
                </a:solidFill>
              </a:defRPr>
            </a:lvl4pPr>
            <a:lvl5pPr lvl="4">
              <a:spcBef>
                <a:spcPts val="0"/>
              </a:spcBef>
              <a:spcAft>
                <a:spcPts val="0"/>
              </a:spcAft>
              <a:buClr>
                <a:srgbClr val="434343"/>
              </a:buClr>
              <a:buSzPts val="4800"/>
              <a:buNone/>
              <a:defRPr sz="4800">
                <a:solidFill>
                  <a:srgbClr val="434343"/>
                </a:solidFill>
              </a:defRPr>
            </a:lvl5pPr>
            <a:lvl6pPr lvl="5">
              <a:spcBef>
                <a:spcPts val="0"/>
              </a:spcBef>
              <a:spcAft>
                <a:spcPts val="0"/>
              </a:spcAft>
              <a:buClr>
                <a:srgbClr val="434343"/>
              </a:buClr>
              <a:buSzPts val="4800"/>
              <a:buNone/>
              <a:defRPr sz="4800">
                <a:solidFill>
                  <a:srgbClr val="434343"/>
                </a:solidFill>
              </a:defRPr>
            </a:lvl6pPr>
            <a:lvl7pPr lvl="6">
              <a:spcBef>
                <a:spcPts val="0"/>
              </a:spcBef>
              <a:spcAft>
                <a:spcPts val="0"/>
              </a:spcAft>
              <a:buClr>
                <a:srgbClr val="434343"/>
              </a:buClr>
              <a:buSzPts val="4800"/>
              <a:buNone/>
              <a:defRPr sz="4800">
                <a:solidFill>
                  <a:srgbClr val="434343"/>
                </a:solidFill>
              </a:defRPr>
            </a:lvl7pPr>
            <a:lvl8pPr lvl="7">
              <a:spcBef>
                <a:spcPts val="0"/>
              </a:spcBef>
              <a:spcAft>
                <a:spcPts val="0"/>
              </a:spcAft>
              <a:buClr>
                <a:srgbClr val="434343"/>
              </a:buClr>
              <a:buSzPts val="4800"/>
              <a:buNone/>
              <a:defRPr sz="4800">
                <a:solidFill>
                  <a:srgbClr val="434343"/>
                </a:solidFill>
              </a:defRPr>
            </a:lvl8pPr>
            <a:lvl9pPr lvl="8">
              <a:spcBef>
                <a:spcPts val="0"/>
              </a:spcBef>
              <a:spcAft>
                <a:spcPts val="0"/>
              </a:spcAft>
              <a:buClr>
                <a:srgbClr val="434343"/>
              </a:buClr>
              <a:buSzPts val="4800"/>
              <a:buNone/>
              <a:defRPr sz="4800">
                <a:solidFill>
                  <a:srgbClr val="434343"/>
                </a:solidFill>
              </a:defRPr>
            </a:lvl9pPr>
          </a:lstStyle>
          <a:p/>
        </p:txBody>
      </p:sp>
      <p:sp>
        <p:nvSpPr>
          <p:cNvPr id="10" name="Google Shape;10;p2"/>
          <p:cNvSpPr txBox="1"/>
          <p:nvPr>
            <p:ph idx="1" type="subTitle"/>
          </p:nvPr>
        </p:nvSpPr>
        <p:spPr>
          <a:xfrm>
            <a:off x="1039575" y="3206400"/>
            <a:ext cx="2402100" cy="7170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rgbClr val="000000"/>
              </a:buClr>
              <a:buSzPts val="1200"/>
              <a:buNone/>
              <a:defRPr>
                <a:solidFill>
                  <a:srgbClr val="000000"/>
                </a:solidFill>
              </a:defRPr>
            </a:lvl1pPr>
            <a:lvl2pPr lvl="1">
              <a:lnSpc>
                <a:spcPct val="100000"/>
              </a:lnSpc>
              <a:spcBef>
                <a:spcPts val="0"/>
              </a:spcBef>
              <a:spcAft>
                <a:spcPts val="0"/>
              </a:spcAft>
              <a:buClr>
                <a:srgbClr val="434343"/>
              </a:buClr>
              <a:buSzPts val="2800"/>
              <a:buNone/>
              <a:defRPr sz="2800">
                <a:solidFill>
                  <a:srgbClr val="434343"/>
                </a:solidFill>
              </a:defRPr>
            </a:lvl2pPr>
            <a:lvl3pPr lvl="2">
              <a:lnSpc>
                <a:spcPct val="100000"/>
              </a:lnSpc>
              <a:spcBef>
                <a:spcPts val="0"/>
              </a:spcBef>
              <a:spcAft>
                <a:spcPts val="0"/>
              </a:spcAft>
              <a:buClr>
                <a:srgbClr val="434343"/>
              </a:buClr>
              <a:buSzPts val="2800"/>
              <a:buNone/>
              <a:defRPr sz="2800">
                <a:solidFill>
                  <a:srgbClr val="434343"/>
                </a:solidFill>
              </a:defRPr>
            </a:lvl3pPr>
            <a:lvl4pPr lvl="3">
              <a:lnSpc>
                <a:spcPct val="100000"/>
              </a:lnSpc>
              <a:spcBef>
                <a:spcPts val="0"/>
              </a:spcBef>
              <a:spcAft>
                <a:spcPts val="0"/>
              </a:spcAft>
              <a:buClr>
                <a:srgbClr val="434343"/>
              </a:buClr>
              <a:buSzPts val="2800"/>
              <a:buNone/>
              <a:defRPr sz="2800">
                <a:solidFill>
                  <a:srgbClr val="434343"/>
                </a:solidFill>
              </a:defRPr>
            </a:lvl4pPr>
            <a:lvl5pPr lvl="4">
              <a:lnSpc>
                <a:spcPct val="100000"/>
              </a:lnSpc>
              <a:spcBef>
                <a:spcPts val="0"/>
              </a:spcBef>
              <a:spcAft>
                <a:spcPts val="0"/>
              </a:spcAft>
              <a:buClr>
                <a:srgbClr val="434343"/>
              </a:buClr>
              <a:buSzPts val="2800"/>
              <a:buNone/>
              <a:defRPr sz="2800">
                <a:solidFill>
                  <a:srgbClr val="434343"/>
                </a:solidFill>
              </a:defRPr>
            </a:lvl5pPr>
            <a:lvl6pPr lvl="5">
              <a:lnSpc>
                <a:spcPct val="100000"/>
              </a:lnSpc>
              <a:spcBef>
                <a:spcPts val="0"/>
              </a:spcBef>
              <a:spcAft>
                <a:spcPts val="0"/>
              </a:spcAft>
              <a:buClr>
                <a:srgbClr val="434343"/>
              </a:buClr>
              <a:buSzPts val="2800"/>
              <a:buNone/>
              <a:defRPr sz="2800">
                <a:solidFill>
                  <a:srgbClr val="434343"/>
                </a:solidFill>
              </a:defRPr>
            </a:lvl6pPr>
            <a:lvl7pPr lvl="6">
              <a:lnSpc>
                <a:spcPct val="100000"/>
              </a:lnSpc>
              <a:spcBef>
                <a:spcPts val="0"/>
              </a:spcBef>
              <a:spcAft>
                <a:spcPts val="0"/>
              </a:spcAft>
              <a:buClr>
                <a:srgbClr val="434343"/>
              </a:buClr>
              <a:buSzPts val="2800"/>
              <a:buNone/>
              <a:defRPr sz="2800">
                <a:solidFill>
                  <a:srgbClr val="434343"/>
                </a:solidFill>
              </a:defRPr>
            </a:lvl7pPr>
            <a:lvl8pPr lvl="7">
              <a:lnSpc>
                <a:spcPct val="100000"/>
              </a:lnSpc>
              <a:spcBef>
                <a:spcPts val="0"/>
              </a:spcBef>
              <a:spcAft>
                <a:spcPts val="0"/>
              </a:spcAft>
              <a:buClr>
                <a:srgbClr val="434343"/>
              </a:buClr>
              <a:buSzPts val="2800"/>
              <a:buNone/>
              <a:defRPr sz="2800">
                <a:solidFill>
                  <a:srgbClr val="434343"/>
                </a:solidFill>
              </a:defRPr>
            </a:lvl8pPr>
            <a:lvl9pPr lvl="8">
              <a:lnSpc>
                <a:spcPct val="100000"/>
              </a:lnSpc>
              <a:spcBef>
                <a:spcPts val="0"/>
              </a:spcBef>
              <a:spcAft>
                <a:spcPts val="0"/>
              </a:spcAft>
              <a:buClr>
                <a:srgbClr val="434343"/>
              </a:buClr>
              <a:buSzPts val="2800"/>
              <a:buNone/>
              <a:defRPr sz="2800">
                <a:solidFill>
                  <a:srgbClr val="434343"/>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ctrTitle"/>
          </p:nvPr>
        </p:nvSpPr>
        <p:spPr>
          <a:xfrm>
            <a:off x="769725" y="1310050"/>
            <a:ext cx="3430200" cy="5778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 name="Google Shape;13;p3"/>
          <p:cNvSpPr txBox="1"/>
          <p:nvPr>
            <p:ph hasCustomPrompt="1" idx="2" type="title"/>
          </p:nvPr>
        </p:nvSpPr>
        <p:spPr>
          <a:xfrm rot="5400000">
            <a:off x="7142178" y="3570226"/>
            <a:ext cx="1738800" cy="577800"/>
          </a:xfrm>
          <a:prstGeom prst="rect">
            <a:avLst/>
          </a:prstGeom>
        </p:spPr>
        <p:txBody>
          <a:bodyPr anchorCtr="0" anchor="ctr" bIns="91425" lIns="91425" spcFirstLastPara="1" rIns="91425" wrap="square" tIns="91425">
            <a:noAutofit/>
          </a:bodyPr>
          <a:lstStyle>
            <a:lvl1pPr lvl="0" algn="r">
              <a:spcBef>
                <a:spcPts val="0"/>
              </a:spcBef>
              <a:spcAft>
                <a:spcPts val="0"/>
              </a:spcAft>
              <a:buSzPts val="6000"/>
              <a:buNone/>
              <a:defRPr sz="6000"/>
            </a:lvl1pPr>
            <a:lvl2pPr lvl="1"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2pPr>
            <a:lvl3pPr lvl="2"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3pPr>
            <a:lvl4pPr lvl="3"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4pPr>
            <a:lvl5pPr lvl="4"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5pPr>
            <a:lvl6pPr lvl="5"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6pPr>
            <a:lvl7pPr lvl="6"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7pPr>
            <a:lvl8pPr lvl="7"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8pPr>
            <a:lvl9pPr lvl="8"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4"/>
          <p:cNvSpPr txBox="1"/>
          <p:nvPr>
            <p:ph idx="1" type="subTitle"/>
          </p:nvPr>
        </p:nvSpPr>
        <p:spPr>
          <a:xfrm>
            <a:off x="2258125" y="3106325"/>
            <a:ext cx="3029100" cy="1009500"/>
          </a:xfrm>
          <a:prstGeom prst="rect">
            <a:avLst/>
          </a:prstGeom>
        </p:spPr>
        <p:txBody>
          <a:bodyPr anchorCtr="0" anchor="t" bIns="91425" lIns="91425" spcFirstLastPara="1" rIns="91425" wrap="square" tIns="91425">
            <a:noAutofit/>
          </a:bodyPr>
          <a:lstStyle>
            <a:lvl1pPr lvl="0">
              <a:spcBef>
                <a:spcPts val="0"/>
              </a:spcBef>
              <a:spcAft>
                <a:spcPts val="0"/>
              </a:spcAft>
              <a:buNone/>
              <a:defRPr sz="1100"/>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16" name="Google Shape;16;p4"/>
          <p:cNvSpPr txBox="1"/>
          <p:nvPr>
            <p:ph type="ctrTitle"/>
          </p:nvPr>
        </p:nvSpPr>
        <p:spPr>
          <a:xfrm rot="5400000">
            <a:off x="7241489" y="1041025"/>
            <a:ext cx="1702800" cy="4875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idx="1" type="subTitle"/>
          </p:nvPr>
        </p:nvSpPr>
        <p:spPr>
          <a:xfrm>
            <a:off x="4633950" y="1847896"/>
            <a:ext cx="1818000" cy="111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19" name="Google Shape;19;p5"/>
          <p:cNvSpPr txBox="1"/>
          <p:nvPr>
            <p:ph idx="2" type="subTitle"/>
          </p:nvPr>
        </p:nvSpPr>
        <p:spPr>
          <a:xfrm>
            <a:off x="4633950" y="3827870"/>
            <a:ext cx="1818000" cy="111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20" name="Google Shape;20;p5"/>
          <p:cNvSpPr txBox="1"/>
          <p:nvPr>
            <p:ph type="ctrTitle"/>
          </p:nvPr>
        </p:nvSpPr>
        <p:spPr>
          <a:xfrm>
            <a:off x="4633950" y="1539296"/>
            <a:ext cx="2619300" cy="3849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1" name="Google Shape;21;p5"/>
          <p:cNvSpPr txBox="1"/>
          <p:nvPr>
            <p:ph idx="3" type="ctrTitle"/>
          </p:nvPr>
        </p:nvSpPr>
        <p:spPr>
          <a:xfrm>
            <a:off x="4633950" y="3519270"/>
            <a:ext cx="2619300" cy="3849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2" name="Google Shape;22;p5"/>
          <p:cNvSpPr txBox="1"/>
          <p:nvPr>
            <p:ph idx="4" type="ctrTitle"/>
          </p:nvPr>
        </p:nvSpPr>
        <p:spPr>
          <a:xfrm rot="5400000">
            <a:off x="6917175" y="1414524"/>
            <a:ext cx="2449800" cy="4875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6"/>
          <p:cNvSpPr txBox="1"/>
          <p:nvPr>
            <p:ph type="ctrTitle"/>
          </p:nvPr>
        </p:nvSpPr>
        <p:spPr>
          <a:xfrm rot="5400000">
            <a:off x="6603595" y="1930225"/>
            <a:ext cx="3481200" cy="4875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7" name="Google Shape;27;p7"/>
          <p:cNvSpPr txBox="1"/>
          <p:nvPr>
            <p:ph idx="1" type="subTitle"/>
          </p:nvPr>
        </p:nvSpPr>
        <p:spPr>
          <a:xfrm>
            <a:off x="720000" y="1576450"/>
            <a:ext cx="4294800" cy="2203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1600"/>
              </a:spcBef>
              <a:spcAft>
                <a:spcPts val="0"/>
              </a:spcAft>
              <a:buClr>
                <a:srgbClr val="E76A28"/>
              </a:buClr>
              <a:buSzPts val="1500"/>
              <a:buFont typeface="Nunito Light"/>
              <a:buChar char="■"/>
              <a:defRPr/>
            </a:lvl3pPr>
            <a:lvl4pPr lvl="3" rtl="0" algn="ctr">
              <a:lnSpc>
                <a:spcPct val="100000"/>
              </a:lnSpc>
              <a:spcBef>
                <a:spcPts val="1600"/>
              </a:spcBef>
              <a:spcAft>
                <a:spcPts val="0"/>
              </a:spcAft>
              <a:buClr>
                <a:srgbClr val="E76A28"/>
              </a:buClr>
              <a:buSzPts val="1500"/>
              <a:buFont typeface="Nunito Light"/>
              <a:buChar char="●"/>
              <a:defRPr/>
            </a:lvl4pPr>
            <a:lvl5pPr lvl="4" rtl="0" algn="ctr">
              <a:lnSpc>
                <a:spcPct val="100000"/>
              </a:lnSpc>
              <a:spcBef>
                <a:spcPts val="1600"/>
              </a:spcBef>
              <a:spcAft>
                <a:spcPts val="0"/>
              </a:spcAft>
              <a:buClr>
                <a:srgbClr val="E76A28"/>
              </a:buClr>
              <a:buSzPts val="1200"/>
              <a:buFont typeface="Nunito Light"/>
              <a:buChar char="○"/>
              <a:defRPr/>
            </a:lvl5pPr>
            <a:lvl6pPr lvl="5" rtl="0" algn="ctr">
              <a:lnSpc>
                <a:spcPct val="100000"/>
              </a:lnSpc>
              <a:spcBef>
                <a:spcPts val="1600"/>
              </a:spcBef>
              <a:spcAft>
                <a:spcPts val="0"/>
              </a:spcAft>
              <a:buClr>
                <a:srgbClr val="999999"/>
              </a:buClr>
              <a:buSzPts val="1200"/>
              <a:buFont typeface="Nunito Light"/>
              <a:buChar char="■"/>
              <a:defRPr/>
            </a:lvl6pPr>
            <a:lvl7pPr lvl="6" rtl="0" algn="ctr">
              <a:lnSpc>
                <a:spcPct val="100000"/>
              </a:lnSpc>
              <a:spcBef>
                <a:spcPts val="1600"/>
              </a:spcBef>
              <a:spcAft>
                <a:spcPts val="0"/>
              </a:spcAft>
              <a:buClr>
                <a:srgbClr val="999999"/>
              </a:buClr>
              <a:buSzPts val="1300"/>
              <a:buFont typeface="Nunito Light"/>
              <a:buChar char="●"/>
              <a:defRPr/>
            </a:lvl7pPr>
            <a:lvl8pPr lvl="7" rtl="0" algn="ctr">
              <a:lnSpc>
                <a:spcPct val="100000"/>
              </a:lnSpc>
              <a:spcBef>
                <a:spcPts val="1600"/>
              </a:spcBef>
              <a:spcAft>
                <a:spcPts val="0"/>
              </a:spcAft>
              <a:buClr>
                <a:srgbClr val="999999"/>
              </a:buClr>
              <a:buSzPts val="1300"/>
              <a:buFont typeface="Nunito Light"/>
              <a:buChar char="○"/>
              <a:defRPr/>
            </a:lvl8pPr>
            <a:lvl9pPr lvl="8" rtl="0" algn="ctr">
              <a:lnSpc>
                <a:spcPct val="100000"/>
              </a:lnSpc>
              <a:spcBef>
                <a:spcPts val="1600"/>
              </a:spcBef>
              <a:spcAft>
                <a:spcPts val="1600"/>
              </a:spcAft>
              <a:buClr>
                <a:srgbClr val="999999"/>
              </a:buClr>
              <a:buSzPts val="12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8" name="Shape 28"/>
        <p:cNvGrpSpPr/>
        <p:nvPr/>
      </p:nvGrpSpPr>
      <p:grpSpPr>
        <a:xfrm>
          <a:off x="0" y="0"/>
          <a:ext cx="0" cy="0"/>
          <a:chOff x="0" y="0"/>
          <a:chExt cx="0" cy="0"/>
        </a:xfrm>
      </p:grpSpPr>
      <p:sp>
        <p:nvSpPr>
          <p:cNvPr id="29" name="Google Shape;29;p8"/>
          <p:cNvSpPr txBox="1"/>
          <p:nvPr>
            <p:ph type="title"/>
          </p:nvPr>
        </p:nvSpPr>
        <p:spPr>
          <a:xfrm>
            <a:off x="3200250" y="1742750"/>
            <a:ext cx="2743200" cy="5727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3600"/>
            </a:lvl1pPr>
            <a:lvl2pPr lvl="1" algn="ctr">
              <a:spcBef>
                <a:spcPts val="0"/>
              </a:spcBef>
              <a:spcAft>
                <a:spcPts val="0"/>
              </a:spcAft>
              <a:buNone/>
              <a:defRPr sz="3600">
                <a:latin typeface="Catamaran Light"/>
                <a:ea typeface="Catamaran Light"/>
                <a:cs typeface="Catamaran Light"/>
                <a:sym typeface="Catamaran Light"/>
              </a:defRPr>
            </a:lvl2pPr>
            <a:lvl3pPr lvl="2" algn="ctr">
              <a:spcBef>
                <a:spcPts val="0"/>
              </a:spcBef>
              <a:spcAft>
                <a:spcPts val="0"/>
              </a:spcAft>
              <a:buNone/>
              <a:defRPr sz="3600">
                <a:latin typeface="Catamaran Light"/>
                <a:ea typeface="Catamaran Light"/>
                <a:cs typeface="Catamaran Light"/>
                <a:sym typeface="Catamaran Light"/>
              </a:defRPr>
            </a:lvl3pPr>
            <a:lvl4pPr lvl="3" algn="ctr">
              <a:spcBef>
                <a:spcPts val="0"/>
              </a:spcBef>
              <a:spcAft>
                <a:spcPts val="0"/>
              </a:spcAft>
              <a:buNone/>
              <a:defRPr sz="3600">
                <a:latin typeface="Catamaran Light"/>
                <a:ea typeface="Catamaran Light"/>
                <a:cs typeface="Catamaran Light"/>
                <a:sym typeface="Catamaran Light"/>
              </a:defRPr>
            </a:lvl4pPr>
            <a:lvl5pPr lvl="4" algn="ctr">
              <a:spcBef>
                <a:spcPts val="0"/>
              </a:spcBef>
              <a:spcAft>
                <a:spcPts val="0"/>
              </a:spcAft>
              <a:buNone/>
              <a:defRPr sz="3600">
                <a:latin typeface="Catamaran Light"/>
                <a:ea typeface="Catamaran Light"/>
                <a:cs typeface="Catamaran Light"/>
                <a:sym typeface="Catamaran Light"/>
              </a:defRPr>
            </a:lvl5pPr>
            <a:lvl6pPr lvl="5" algn="ctr">
              <a:spcBef>
                <a:spcPts val="0"/>
              </a:spcBef>
              <a:spcAft>
                <a:spcPts val="0"/>
              </a:spcAft>
              <a:buNone/>
              <a:defRPr sz="3600">
                <a:latin typeface="Catamaran Light"/>
                <a:ea typeface="Catamaran Light"/>
                <a:cs typeface="Catamaran Light"/>
                <a:sym typeface="Catamaran Light"/>
              </a:defRPr>
            </a:lvl6pPr>
            <a:lvl7pPr lvl="6" algn="ctr">
              <a:spcBef>
                <a:spcPts val="0"/>
              </a:spcBef>
              <a:spcAft>
                <a:spcPts val="0"/>
              </a:spcAft>
              <a:buNone/>
              <a:defRPr sz="3600">
                <a:latin typeface="Catamaran Light"/>
                <a:ea typeface="Catamaran Light"/>
                <a:cs typeface="Catamaran Light"/>
                <a:sym typeface="Catamaran Light"/>
              </a:defRPr>
            </a:lvl7pPr>
            <a:lvl8pPr lvl="7" algn="ctr">
              <a:spcBef>
                <a:spcPts val="0"/>
              </a:spcBef>
              <a:spcAft>
                <a:spcPts val="0"/>
              </a:spcAft>
              <a:buNone/>
              <a:defRPr sz="3600">
                <a:latin typeface="Catamaran Light"/>
                <a:ea typeface="Catamaran Light"/>
                <a:cs typeface="Catamaran Light"/>
                <a:sym typeface="Catamaran Light"/>
              </a:defRPr>
            </a:lvl8pPr>
            <a:lvl9pPr lvl="8" algn="ctr">
              <a:spcBef>
                <a:spcPts val="0"/>
              </a:spcBef>
              <a:spcAft>
                <a:spcPts val="0"/>
              </a:spcAft>
              <a:buNone/>
              <a:defRPr sz="3600">
                <a:latin typeface="Catamaran Light"/>
                <a:ea typeface="Catamaran Light"/>
                <a:cs typeface="Catamaran Light"/>
                <a:sym typeface="Catamaran Light"/>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0" name="Shape 30"/>
        <p:cNvGrpSpPr/>
        <p:nvPr/>
      </p:nvGrpSpPr>
      <p:grpSpPr>
        <a:xfrm>
          <a:off x="0" y="0"/>
          <a:ext cx="0" cy="0"/>
          <a:chOff x="0" y="0"/>
          <a:chExt cx="0" cy="0"/>
        </a:xfrm>
      </p:grpSpPr>
      <p:sp>
        <p:nvSpPr>
          <p:cNvPr id="31" name="Google Shape;31;p9"/>
          <p:cNvSpPr txBox="1"/>
          <p:nvPr>
            <p:ph type="title"/>
          </p:nvPr>
        </p:nvSpPr>
        <p:spPr>
          <a:xfrm>
            <a:off x="2135550" y="1599688"/>
            <a:ext cx="4872900" cy="1184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800"/>
              <a:buNone/>
              <a:defRPr sz="55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32" name="Google Shape;32;p9"/>
          <p:cNvSpPr txBox="1"/>
          <p:nvPr>
            <p:ph idx="1" type="subTitle"/>
          </p:nvPr>
        </p:nvSpPr>
        <p:spPr>
          <a:xfrm>
            <a:off x="2135550" y="2872713"/>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3" name="Shape 33"/>
        <p:cNvGrpSpPr/>
        <p:nvPr/>
      </p:nvGrpSpPr>
      <p:grpSpPr>
        <a:xfrm>
          <a:off x="0" y="0"/>
          <a:ext cx="0" cy="0"/>
          <a:chOff x="0" y="0"/>
          <a:chExt cx="0" cy="0"/>
        </a:xfrm>
      </p:grpSpPr>
      <p:sp>
        <p:nvSpPr>
          <p:cNvPr id="34" name="Google Shape;34;p10"/>
          <p:cNvSpPr/>
          <p:nvPr>
            <p:ph idx="2" type="pic"/>
          </p:nvPr>
        </p:nvSpPr>
        <p:spPr>
          <a:xfrm>
            <a:off x="-3301" y="0"/>
            <a:ext cx="9150600" cy="5143500"/>
          </a:xfrm>
          <a:prstGeom prst="rect">
            <a:avLst/>
          </a:prstGeom>
          <a:noFill/>
          <a:ln>
            <a:noFill/>
          </a:ln>
        </p:spPr>
      </p:sp>
      <p:sp>
        <p:nvSpPr>
          <p:cNvPr id="35" name="Google Shape;35;p10"/>
          <p:cNvSpPr txBox="1"/>
          <p:nvPr>
            <p:ph type="title"/>
          </p:nvPr>
        </p:nvSpPr>
        <p:spPr>
          <a:xfrm>
            <a:off x="720000" y="4010225"/>
            <a:ext cx="7704000" cy="5769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2400"/>
              <a:buNone/>
              <a:defRPr sz="24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6" name="Shape 36"/>
        <p:cNvGrpSpPr/>
        <p:nvPr/>
      </p:nvGrpSpPr>
      <p:grpSpPr>
        <a:xfrm>
          <a:off x="0" y="0"/>
          <a:ext cx="0" cy="0"/>
          <a:chOff x="0" y="0"/>
          <a:chExt cx="0" cy="0"/>
        </a:xfrm>
      </p:grpSpPr>
      <p:sp>
        <p:nvSpPr>
          <p:cNvPr id="37" name="Google Shape;37;p11"/>
          <p:cNvSpPr txBox="1"/>
          <p:nvPr>
            <p:ph hasCustomPrompt="1" type="title"/>
          </p:nvPr>
        </p:nvSpPr>
        <p:spPr>
          <a:xfrm>
            <a:off x="1284000" y="1401413"/>
            <a:ext cx="6576000" cy="16500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55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8" name="Google Shape;38;p11"/>
          <p:cNvSpPr txBox="1"/>
          <p:nvPr>
            <p:ph idx="1" type="subTitle"/>
          </p:nvPr>
        </p:nvSpPr>
        <p:spPr>
          <a:xfrm>
            <a:off x="1284000" y="3148188"/>
            <a:ext cx="65760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8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0" name="Shape 40"/>
        <p:cNvGrpSpPr/>
        <p:nvPr/>
      </p:nvGrpSpPr>
      <p:grpSpPr>
        <a:xfrm>
          <a:off x="0" y="0"/>
          <a:ext cx="0" cy="0"/>
          <a:chOff x="0" y="0"/>
          <a:chExt cx="0" cy="0"/>
        </a:xfrm>
      </p:grpSpPr>
      <p:sp>
        <p:nvSpPr>
          <p:cNvPr id="41" name="Google Shape;41;p13"/>
          <p:cNvSpPr txBox="1"/>
          <p:nvPr>
            <p:ph type="ctrTitle"/>
          </p:nvPr>
        </p:nvSpPr>
        <p:spPr>
          <a:xfrm>
            <a:off x="3423902" y="387473"/>
            <a:ext cx="2251800" cy="577800"/>
          </a:xfrm>
          <a:prstGeom prst="rect">
            <a:avLst/>
          </a:prstGeom>
        </p:spPr>
        <p:txBody>
          <a:bodyPr anchorCtr="0" anchor="b"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2" name="Google Shape;42;p13"/>
          <p:cNvSpPr txBox="1"/>
          <p:nvPr>
            <p:ph idx="1" type="subTitle"/>
          </p:nvPr>
        </p:nvSpPr>
        <p:spPr>
          <a:xfrm>
            <a:off x="3423900" y="802521"/>
            <a:ext cx="1906500" cy="57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43" name="Google Shape;43;p13"/>
          <p:cNvSpPr txBox="1"/>
          <p:nvPr>
            <p:ph hasCustomPrompt="1" idx="2" type="title"/>
          </p:nvPr>
        </p:nvSpPr>
        <p:spPr>
          <a:xfrm>
            <a:off x="2023007" y="654113"/>
            <a:ext cx="1739100" cy="577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solidFill>
                  <a:schemeClr val="lt1"/>
                </a:solidFill>
              </a:defRPr>
            </a:lvl1pPr>
            <a:lvl2pPr lvl="1">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44" name="Google Shape;44;p13"/>
          <p:cNvSpPr txBox="1"/>
          <p:nvPr>
            <p:ph idx="3" type="ctrTitle"/>
          </p:nvPr>
        </p:nvSpPr>
        <p:spPr>
          <a:xfrm>
            <a:off x="3425264" y="1224286"/>
            <a:ext cx="2251800" cy="577800"/>
          </a:xfrm>
          <a:prstGeom prst="rect">
            <a:avLst/>
          </a:prstGeom>
        </p:spPr>
        <p:txBody>
          <a:bodyPr anchorCtr="0" anchor="b"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5" name="Google Shape;45;p13"/>
          <p:cNvSpPr txBox="1"/>
          <p:nvPr>
            <p:ph idx="4" type="subTitle"/>
          </p:nvPr>
        </p:nvSpPr>
        <p:spPr>
          <a:xfrm>
            <a:off x="3425259" y="1638859"/>
            <a:ext cx="1976700" cy="57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46" name="Google Shape;46;p13"/>
          <p:cNvSpPr txBox="1"/>
          <p:nvPr>
            <p:ph hasCustomPrompt="1" idx="5" type="title"/>
          </p:nvPr>
        </p:nvSpPr>
        <p:spPr>
          <a:xfrm>
            <a:off x="2023007" y="1488788"/>
            <a:ext cx="1615200" cy="577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solidFill>
                  <a:schemeClr val="lt1"/>
                </a:solidFill>
              </a:defRPr>
            </a:lvl1pPr>
            <a:lvl2pPr lvl="1">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47" name="Google Shape;47;p13"/>
          <p:cNvSpPr txBox="1"/>
          <p:nvPr>
            <p:ph idx="6" type="ctrTitle"/>
          </p:nvPr>
        </p:nvSpPr>
        <p:spPr>
          <a:xfrm>
            <a:off x="3427999" y="2061098"/>
            <a:ext cx="2251800" cy="577800"/>
          </a:xfrm>
          <a:prstGeom prst="rect">
            <a:avLst/>
          </a:prstGeom>
        </p:spPr>
        <p:txBody>
          <a:bodyPr anchorCtr="0" anchor="b"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8" name="Google Shape;48;p13"/>
          <p:cNvSpPr txBox="1"/>
          <p:nvPr>
            <p:ph idx="7" type="subTitle"/>
          </p:nvPr>
        </p:nvSpPr>
        <p:spPr>
          <a:xfrm>
            <a:off x="3427997" y="2475197"/>
            <a:ext cx="1906500" cy="57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49" name="Google Shape;49;p13"/>
          <p:cNvSpPr txBox="1"/>
          <p:nvPr>
            <p:ph hasCustomPrompt="1" idx="8" type="title"/>
          </p:nvPr>
        </p:nvSpPr>
        <p:spPr>
          <a:xfrm>
            <a:off x="2023007" y="2323463"/>
            <a:ext cx="1573500" cy="577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solidFill>
                  <a:schemeClr val="lt1"/>
                </a:solidFill>
              </a:defRPr>
            </a:lvl1pPr>
            <a:lvl2pPr lvl="1">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50" name="Google Shape;50;p13"/>
          <p:cNvSpPr txBox="1"/>
          <p:nvPr>
            <p:ph idx="9" type="ctrTitle"/>
          </p:nvPr>
        </p:nvSpPr>
        <p:spPr>
          <a:xfrm rot="5400000">
            <a:off x="6672869" y="1646270"/>
            <a:ext cx="2913300" cy="4875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1" name="Google Shape;51;p13"/>
          <p:cNvSpPr txBox="1"/>
          <p:nvPr>
            <p:ph idx="13" type="ctrTitle"/>
          </p:nvPr>
        </p:nvSpPr>
        <p:spPr>
          <a:xfrm>
            <a:off x="3427999" y="2897911"/>
            <a:ext cx="2251800" cy="577800"/>
          </a:xfrm>
          <a:prstGeom prst="rect">
            <a:avLst/>
          </a:prstGeom>
        </p:spPr>
        <p:txBody>
          <a:bodyPr anchorCtr="0" anchor="b"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52" name="Google Shape;52;p13"/>
          <p:cNvSpPr txBox="1"/>
          <p:nvPr>
            <p:ph idx="14" type="subTitle"/>
          </p:nvPr>
        </p:nvSpPr>
        <p:spPr>
          <a:xfrm>
            <a:off x="3427997" y="3311534"/>
            <a:ext cx="1906500" cy="57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53" name="Google Shape;53;p13"/>
          <p:cNvSpPr txBox="1"/>
          <p:nvPr>
            <p:ph hasCustomPrompt="1" idx="15" type="title"/>
          </p:nvPr>
        </p:nvSpPr>
        <p:spPr>
          <a:xfrm>
            <a:off x="2023007" y="3158138"/>
            <a:ext cx="1573500" cy="577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solidFill>
                  <a:schemeClr val="lt1"/>
                </a:solidFill>
              </a:defRPr>
            </a:lvl1pPr>
            <a:lvl2pPr lvl="1">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54" name="Google Shape;54;p13"/>
          <p:cNvSpPr txBox="1"/>
          <p:nvPr>
            <p:ph idx="16" type="ctrTitle"/>
          </p:nvPr>
        </p:nvSpPr>
        <p:spPr>
          <a:xfrm>
            <a:off x="3427999" y="3734723"/>
            <a:ext cx="2251800" cy="577800"/>
          </a:xfrm>
          <a:prstGeom prst="rect">
            <a:avLst/>
          </a:prstGeom>
        </p:spPr>
        <p:txBody>
          <a:bodyPr anchorCtr="0" anchor="b"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55" name="Google Shape;55;p13"/>
          <p:cNvSpPr txBox="1"/>
          <p:nvPr>
            <p:ph idx="17" type="subTitle"/>
          </p:nvPr>
        </p:nvSpPr>
        <p:spPr>
          <a:xfrm>
            <a:off x="3427997" y="4147872"/>
            <a:ext cx="1906500" cy="57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56" name="Google Shape;56;p13"/>
          <p:cNvSpPr txBox="1"/>
          <p:nvPr>
            <p:ph hasCustomPrompt="1" idx="18" type="title"/>
          </p:nvPr>
        </p:nvSpPr>
        <p:spPr>
          <a:xfrm>
            <a:off x="2023007" y="3992813"/>
            <a:ext cx="1573500" cy="577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solidFill>
                  <a:schemeClr val="lt1"/>
                </a:solidFill>
              </a:defRPr>
            </a:lvl1pPr>
            <a:lvl2pPr lvl="1">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57" name="Shape 57"/>
        <p:cNvGrpSpPr/>
        <p:nvPr/>
      </p:nvGrpSpPr>
      <p:grpSpPr>
        <a:xfrm>
          <a:off x="0" y="0"/>
          <a:ext cx="0" cy="0"/>
          <a:chOff x="0" y="0"/>
          <a:chExt cx="0" cy="0"/>
        </a:xfrm>
      </p:grpSpPr>
      <p:sp>
        <p:nvSpPr>
          <p:cNvPr id="58" name="Google Shape;58;p14"/>
          <p:cNvSpPr txBox="1"/>
          <p:nvPr>
            <p:ph idx="1" type="subTitle"/>
          </p:nvPr>
        </p:nvSpPr>
        <p:spPr>
          <a:xfrm>
            <a:off x="915175" y="3380775"/>
            <a:ext cx="3960600" cy="631800"/>
          </a:xfrm>
          <a:prstGeom prst="rect">
            <a:avLst/>
          </a:prstGeom>
        </p:spPr>
        <p:txBody>
          <a:bodyPr anchorCtr="0" anchor="t" bIns="91425" lIns="91425" spcFirstLastPara="1" rIns="91425" wrap="square" tIns="91425">
            <a:noAutofit/>
          </a:bodyPr>
          <a:lstStyle>
            <a:lvl1pPr lvl="0">
              <a:spcBef>
                <a:spcPts val="0"/>
              </a:spcBef>
              <a:spcAft>
                <a:spcPts val="0"/>
              </a:spcAft>
              <a:buNone/>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9" name="Google Shape;59;p14"/>
          <p:cNvSpPr txBox="1"/>
          <p:nvPr>
            <p:ph idx="2" type="subTitle"/>
          </p:nvPr>
        </p:nvSpPr>
        <p:spPr>
          <a:xfrm>
            <a:off x="915175" y="4004575"/>
            <a:ext cx="1821000" cy="213000"/>
          </a:xfrm>
          <a:prstGeom prst="rect">
            <a:avLst/>
          </a:prstGeom>
        </p:spPr>
        <p:txBody>
          <a:bodyPr anchorCtr="0" anchor="t" bIns="91425" lIns="91425" spcFirstLastPara="1" rIns="91425" wrap="square" tIns="91425">
            <a:noAutofit/>
          </a:bodyPr>
          <a:lstStyle>
            <a:lvl1pPr lvl="0">
              <a:spcBef>
                <a:spcPts val="0"/>
              </a:spcBef>
              <a:spcAft>
                <a:spcPts val="0"/>
              </a:spcAft>
              <a:buNone/>
              <a:defRPr b="1">
                <a:latin typeface="Livvic"/>
                <a:ea typeface="Livvic"/>
                <a:cs typeface="Livvic"/>
                <a:sym typeface="Livvic"/>
              </a:defRPr>
            </a:lvl1pPr>
            <a:lvl2pPr lvl="1">
              <a:spcBef>
                <a:spcPts val="1600"/>
              </a:spcBef>
              <a:spcAft>
                <a:spcPts val="0"/>
              </a:spcAft>
              <a:buNone/>
              <a:defRPr b="1">
                <a:latin typeface="Livvic"/>
                <a:ea typeface="Livvic"/>
                <a:cs typeface="Livvic"/>
                <a:sym typeface="Livvic"/>
              </a:defRPr>
            </a:lvl2pPr>
            <a:lvl3pPr lvl="2">
              <a:spcBef>
                <a:spcPts val="1600"/>
              </a:spcBef>
              <a:spcAft>
                <a:spcPts val="0"/>
              </a:spcAft>
              <a:buNone/>
              <a:defRPr b="1">
                <a:latin typeface="Livvic"/>
                <a:ea typeface="Livvic"/>
                <a:cs typeface="Livvic"/>
                <a:sym typeface="Livvic"/>
              </a:defRPr>
            </a:lvl3pPr>
            <a:lvl4pPr lvl="3">
              <a:spcBef>
                <a:spcPts val="1600"/>
              </a:spcBef>
              <a:spcAft>
                <a:spcPts val="0"/>
              </a:spcAft>
              <a:buNone/>
              <a:defRPr b="1">
                <a:latin typeface="Livvic"/>
                <a:ea typeface="Livvic"/>
                <a:cs typeface="Livvic"/>
                <a:sym typeface="Livvic"/>
              </a:defRPr>
            </a:lvl4pPr>
            <a:lvl5pPr lvl="4">
              <a:spcBef>
                <a:spcPts val="1600"/>
              </a:spcBef>
              <a:spcAft>
                <a:spcPts val="0"/>
              </a:spcAft>
              <a:buNone/>
              <a:defRPr b="1">
                <a:latin typeface="Livvic"/>
                <a:ea typeface="Livvic"/>
                <a:cs typeface="Livvic"/>
                <a:sym typeface="Livvic"/>
              </a:defRPr>
            </a:lvl5pPr>
            <a:lvl6pPr lvl="5">
              <a:spcBef>
                <a:spcPts val="1600"/>
              </a:spcBef>
              <a:spcAft>
                <a:spcPts val="0"/>
              </a:spcAft>
              <a:buNone/>
              <a:defRPr b="1">
                <a:latin typeface="Livvic"/>
                <a:ea typeface="Livvic"/>
                <a:cs typeface="Livvic"/>
                <a:sym typeface="Livvic"/>
              </a:defRPr>
            </a:lvl6pPr>
            <a:lvl7pPr lvl="6">
              <a:spcBef>
                <a:spcPts val="1600"/>
              </a:spcBef>
              <a:spcAft>
                <a:spcPts val="0"/>
              </a:spcAft>
              <a:buNone/>
              <a:defRPr b="1">
                <a:latin typeface="Livvic"/>
                <a:ea typeface="Livvic"/>
                <a:cs typeface="Livvic"/>
                <a:sym typeface="Livvic"/>
              </a:defRPr>
            </a:lvl7pPr>
            <a:lvl8pPr lvl="7">
              <a:spcBef>
                <a:spcPts val="1600"/>
              </a:spcBef>
              <a:spcAft>
                <a:spcPts val="0"/>
              </a:spcAft>
              <a:buNone/>
              <a:defRPr b="1">
                <a:latin typeface="Livvic"/>
                <a:ea typeface="Livvic"/>
                <a:cs typeface="Livvic"/>
                <a:sym typeface="Livvic"/>
              </a:defRPr>
            </a:lvl8pPr>
            <a:lvl9pPr lvl="8">
              <a:spcBef>
                <a:spcPts val="1600"/>
              </a:spcBef>
              <a:spcAft>
                <a:spcPts val="1600"/>
              </a:spcAft>
              <a:buNone/>
              <a:defRPr b="1">
                <a:latin typeface="Livvic"/>
                <a:ea typeface="Livvic"/>
                <a:cs typeface="Livvic"/>
                <a:sym typeface="Livvic"/>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60" name="Shape 60"/>
        <p:cNvGrpSpPr/>
        <p:nvPr/>
      </p:nvGrpSpPr>
      <p:grpSpPr>
        <a:xfrm>
          <a:off x="0" y="0"/>
          <a:ext cx="0" cy="0"/>
          <a:chOff x="0" y="0"/>
          <a:chExt cx="0" cy="0"/>
        </a:xfrm>
      </p:grpSpPr>
      <p:sp>
        <p:nvSpPr>
          <p:cNvPr id="61" name="Google Shape;61;p15"/>
          <p:cNvSpPr txBox="1"/>
          <p:nvPr>
            <p:ph type="title"/>
          </p:nvPr>
        </p:nvSpPr>
        <p:spPr>
          <a:xfrm>
            <a:off x="672375" y="1432475"/>
            <a:ext cx="3498000" cy="896700"/>
          </a:xfrm>
          <a:prstGeom prst="rect">
            <a:avLst/>
          </a:prstGeom>
        </p:spPr>
        <p:txBody>
          <a:bodyPr anchorCtr="0" anchor="ctr" bIns="91425" lIns="91425" spcFirstLastPara="1" rIns="91425" wrap="square" tIns="91425">
            <a:noAutofit/>
          </a:bodyPr>
          <a:lstStyle>
            <a:lvl1pPr lvl="0" algn="r">
              <a:spcBef>
                <a:spcPts val="0"/>
              </a:spcBef>
              <a:spcAft>
                <a:spcPts val="0"/>
              </a:spcAft>
              <a:buClr>
                <a:srgbClr val="000000"/>
              </a:buClr>
              <a:buSzPts val="2800"/>
              <a:buNone/>
              <a:defRPr/>
            </a:lvl1pPr>
            <a:lvl2pPr lvl="1">
              <a:spcBef>
                <a:spcPts val="0"/>
              </a:spcBef>
              <a:spcAft>
                <a:spcPts val="0"/>
              </a:spcAft>
              <a:buClr>
                <a:srgbClr val="000000"/>
              </a:buClr>
              <a:buSzPts val="3000"/>
              <a:buNone/>
              <a:defRPr>
                <a:solidFill>
                  <a:srgbClr val="000000"/>
                </a:solidFill>
              </a:defRPr>
            </a:lvl2pPr>
            <a:lvl3pPr lvl="2">
              <a:spcBef>
                <a:spcPts val="0"/>
              </a:spcBef>
              <a:spcAft>
                <a:spcPts val="0"/>
              </a:spcAft>
              <a:buClr>
                <a:srgbClr val="000000"/>
              </a:buClr>
              <a:buSzPts val="3000"/>
              <a:buNone/>
              <a:defRPr>
                <a:solidFill>
                  <a:srgbClr val="000000"/>
                </a:solidFill>
              </a:defRPr>
            </a:lvl3pPr>
            <a:lvl4pPr lvl="3">
              <a:spcBef>
                <a:spcPts val="0"/>
              </a:spcBef>
              <a:spcAft>
                <a:spcPts val="0"/>
              </a:spcAft>
              <a:buClr>
                <a:srgbClr val="000000"/>
              </a:buClr>
              <a:buSzPts val="3000"/>
              <a:buNone/>
              <a:defRPr>
                <a:solidFill>
                  <a:srgbClr val="000000"/>
                </a:solidFill>
              </a:defRPr>
            </a:lvl4pPr>
            <a:lvl5pPr lvl="4">
              <a:spcBef>
                <a:spcPts val="0"/>
              </a:spcBef>
              <a:spcAft>
                <a:spcPts val="0"/>
              </a:spcAft>
              <a:buClr>
                <a:srgbClr val="000000"/>
              </a:buClr>
              <a:buSzPts val="3000"/>
              <a:buNone/>
              <a:defRPr>
                <a:solidFill>
                  <a:srgbClr val="000000"/>
                </a:solidFill>
              </a:defRPr>
            </a:lvl5pPr>
            <a:lvl6pPr lvl="5">
              <a:spcBef>
                <a:spcPts val="0"/>
              </a:spcBef>
              <a:spcAft>
                <a:spcPts val="0"/>
              </a:spcAft>
              <a:buClr>
                <a:srgbClr val="000000"/>
              </a:buClr>
              <a:buSzPts val="3000"/>
              <a:buNone/>
              <a:defRPr>
                <a:solidFill>
                  <a:srgbClr val="000000"/>
                </a:solidFill>
              </a:defRPr>
            </a:lvl6pPr>
            <a:lvl7pPr lvl="6">
              <a:spcBef>
                <a:spcPts val="0"/>
              </a:spcBef>
              <a:spcAft>
                <a:spcPts val="0"/>
              </a:spcAft>
              <a:buClr>
                <a:srgbClr val="000000"/>
              </a:buClr>
              <a:buSzPts val="3000"/>
              <a:buNone/>
              <a:defRPr>
                <a:solidFill>
                  <a:srgbClr val="000000"/>
                </a:solidFill>
              </a:defRPr>
            </a:lvl7pPr>
            <a:lvl8pPr lvl="7">
              <a:spcBef>
                <a:spcPts val="0"/>
              </a:spcBef>
              <a:spcAft>
                <a:spcPts val="0"/>
              </a:spcAft>
              <a:buClr>
                <a:srgbClr val="000000"/>
              </a:buClr>
              <a:buSzPts val="3000"/>
              <a:buNone/>
              <a:defRPr>
                <a:solidFill>
                  <a:srgbClr val="000000"/>
                </a:solidFill>
              </a:defRPr>
            </a:lvl8pPr>
            <a:lvl9pPr lvl="8">
              <a:spcBef>
                <a:spcPts val="0"/>
              </a:spcBef>
              <a:spcAft>
                <a:spcPts val="0"/>
              </a:spcAft>
              <a:buClr>
                <a:srgbClr val="000000"/>
              </a:buClr>
              <a:buSzPts val="3000"/>
              <a:buNone/>
              <a:defRPr>
                <a:solidFill>
                  <a:srgbClr val="000000"/>
                </a:solidFill>
              </a:defRPr>
            </a:lvl9pPr>
          </a:lstStyle>
          <a:p/>
        </p:txBody>
      </p:sp>
      <p:sp>
        <p:nvSpPr>
          <p:cNvPr id="62" name="Google Shape;62;p15"/>
          <p:cNvSpPr txBox="1"/>
          <p:nvPr>
            <p:ph idx="1" type="subTitle"/>
          </p:nvPr>
        </p:nvSpPr>
        <p:spPr>
          <a:xfrm flipH="1">
            <a:off x="1667175" y="2154225"/>
            <a:ext cx="2503200" cy="11700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200"/>
              <a:buNone/>
              <a:defRPr>
                <a:solidFill>
                  <a:srgbClr val="434343"/>
                </a:solidFill>
              </a:defRPr>
            </a:lvl1pPr>
            <a:lvl2pPr lvl="1">
              <a:lnSpc>
                <a:spcPct val="100000"/>
              </a:lnSpc>
              <a:spcBef>
                <a:spcPts val="0"/>
              </a:spcBef>
              <a:spcAft>
                <a:spcPts val="0"/>
              </a:spcAft>
              <a:buClr>
                <a:srgbClr val="000000"/>
              </a:buClr>
              <a:buSzPts val="2800"/>
              <a:buNone/>
              <a:defRPr sz="2800">
                <a:solidFill>
                  <a:srgbClr val="000000"/>
                </a:solidFill>
              </a:defRPr>
            </a:lvl2pPr>
            <a:lvl3pPr lvl="2">
              <a:lnSpc>
                <a:spcPct val="100000"/>
              </a:lnSpc>
              <a:spcBef>
                <a:spcPts val="0"/>
              </a:spcBef>
              <a:spcAft>
                <a:spcPts val="0"/>
              </a:spcAft>
              <a:buClr>
                <a:srgbClr val="000000"/>
              </a:buClr>
              <a:buSzPts val="2800"/>
              <a:buNone/>
              <a:defRPr sz="2800">
                <a:solidFill>
                  <a:srgbClr val="000000"/>
                </a:solidFill>
              </a:defRPr>
            </a:lvl3pPr>
            <a:lvl4pPr lvl="3">
              <a:lnSpc>
                <a:spcPct val="100000"/>
              </a:lnSpc>
              <a:spcBef>
                <a:spcPts val="0"/>
              </a:spcBef>
              <a:spcAft>
                <a:spcPts val="0"/>
              </a:spcAft>
              <a:buClr>
                <a:srgbClr val="000000"/>
              </a:buClr>
              <a:buSzPts val="2800"/>
              <a:buNone/>
              <a:defRPr sz="2800">
                <a:solidFill>
                  <a:srgbClr val="000000"/>
                </a:solidFill>
              </a:defRPr>
            </a:lvl4pPr>
            <a:lvl5pPr lvl="4">
              <a:lnSpc>
                <a:spcPct val="100000"/>
              </a:lnSpc>
              <a:spcBef>
                <a:spcPts val="0"/>
              </a:spcBef>
              <a:spcAft>
                <a:spcPts val="0"/>
              </a:spcAft>
              <a:buClr>
                <a:srgbClr val="000000"/>
              </a:buClr>
              <a:buSzPts val="2800"/>
              <a:buNone/>
              <a:defRPr sz="2800">
                <a:solidFill>
                  <a:srgbClr val="000000"/>
                </a:solidFill>
              </a:defRPr>
            </a:lvl5pPr>
            <a:lvl6pPr lvl="5">
              <a:lnSpc>
                <a:spcPct val="100000"/>
              </a:lnSpc>
              <a:spcBef>
                <a:spcPts val="0"/>
              </a:spcBef>
              <a:spcAft>
                <a:spcPts val="0"/>
              </a:spcAft>
              <a:buClr>
                <a:srgbClr val="000000"/>
              </a:buClr>
              <a:buSzPts val="2800"/>
              <a:buNone/>
              <a:defRPr sz="2800">
                <a:solidFill>
                  <a:srgbClr val="000000"/>
                </a:solidFill>
              </a:defRPr>
            </a:lvl6pPr>
            <a:lvl7pPr lvl="6">
              <a:lnSpc>
                <a:spcPct val="100000"/>
              </a:lnSpc>
              <a:spcBef>
                <a:spcPts val="0"/>
              </a:spcBef>
              <a:spcAft>
                <a:spcPts val="0"/>
              </a:spcAft>
              <a:buClr>
                <a:srgbClr val="000000"/>
              </a:buClr>
              <a:buSzPts val="2800"/>
              <a:buNone/>
              <a:defRPr sz="2800">
                <a:solidFill>
                  <a:srgbClr val="000000"/>
                </a:solidFill>
              </a:defRPr>
            </a:lvl7pPr>
            <a:lvl8pPr lvl="7">
              <a:lnSpc>
                <a:spcPct val="100000"/>
              </a:lnSpc>
              <a:spcBef>
                <a:spcPts val="0"/>
              </a:spcBef>
              <a:spcAft>
                <a:spcPts val="0"/>
              </a:spcAft>
              <a:buClr>
                <a:srgbClr val="000000"/>
              </a:buClr>
              <a:buSzPts val="2800"/>
              <a:buNone/>
              <a:defRPr sz="2800">
                <a:solidFill>
                  <a:srgbClr val="000000"/>
                </a:solidFill>
              </a:defRPr>
            </a:lvl8pPr>
            <a:lvl9pPr lvl="8">
              <a:lnSpc>
                <a:spcPct val="100000"/>
              </a:lnSpc>
              <a:spcBef>
                <a:spcPts val="0"/>
              </a:spcBef>
              <a:spcAft>
                <a:spcPts val="0"/>
              </a:spcAft>
              <a:buClr>
                <a:srgbClr val="000000"/>
              </a:buClr>
              <a:buSzPts val="2800"/>
              <a:buNone/>
              <a:defRPr sz="2800">
                <a:solidFill>
                  <a:srgbClr val="000000"/>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63" name="Shape 63"/>
        <p:cNvGrpSpPr/>
        <p:nvPr/>
      </p:nvGrpSpPr>
      <p:grpSpPr>
        <a:xfrm>
          <a:off x="0" y="0"/>
          <a:ext cx="0" cy="0"/>
          <a:chOff x="0" y="0"/>
          <a:chExt cx="0" cy="0"/>
        </a:xfrm>
      </p:grpSpPr>
      <p:sp>
        <p:nvSpPr>
          <p:cNvPr id="64" name="Google Shape;64;p16"/>
          <p:cNvSpPr txBox="1"/>
          <p:nvPr>
            <p:ph type="ctrTitle"/>
          </p:nvPr>
        </p:nvSpPr>
        <p:spPr>
          <a:xfrm>
            <a:off x="5432000" y="710675"/>
            <a:ext cx="2888100" cy="2054100"/>
          </a:xfrm>
          <a:prstGeom prst="rect">
            <a:avLst/>
          </a:prstGeom>
        </p:spPr>
        <p:txBody>
          <a:bodyPr anchorCtr="0" anchor="b" bIns="91425" lIns="91425" spcFirstLastPara="1" rIns="91425" wrap="square" tIns="91425">
            <a:noAutofit/>
          </a:bodyPr>
          <a:lstStyle>
            <a:lvl1pPr lvl="0" algn="r">
              <a:spcBef>
                <a:spcPts val="0"/>
              </a:spcBef>
              <a:spcAft>
                <a:spcPts val="0"/>
              </a:spcAft>
              <a:buSzPts val="2800"/>
              <a:buNone/>
              <a:defRPr/>
            </a:lvl1pPr>
            <a:lvl2pPr lvl="1" algn="r">
              <a:spcBef>
                <a:spcPts val="0"/>
              </a:spcBef>
              <a:spcAft>
                <a:spcPts val="0"/>
              </a:spcAft>
              <a:buClr>
                <a:srgbClr val="000000"/>
              </a:buClr>
              <a:buSzPts val="1600"/>
              <a:buNone/>
              <a:defRPr sz="1600">
                <a:solidFill>
                  <a:srgbClr val="000000"/>
                </a:solidFill>
              </a:defRPr>
            </a:lvl2pPr>
            <a:lvl3pPr lvl="2" algn="r">
              <a:spcBef>
                <a:spcPts val="0"/>
              </a:spcBef>
              <a:spcAft>
                <a:spcPts val="0"/>
              </a:spcAft>
              <a:buClr>
                <a:srgbClr val="000000"/>
              </a:buClr>
              <a:buSzPts val="1600"/>
              <a:buNone/>
              <a:defRPr sz="1600">
                <a:solidFill>
                  <a:srgbClr val="000000"/>
                </a:solidFill>
              </a:defRPr>
            </a:lvl3pPr>
            <a:lvl4pPr lvl="3" algn="r">
              <a:spcBef>
                <a:spcPts val="0"/>
              </a:spcBef>
              <a:spcAft>
                <a:spcPts val="0"/>
              </a:spcAft>
              <a:buClr>
                <a:srgbClr val="000000"/>
              </a:buClr>
              <a:buSzPts val="1600"/>
              <a:buNone/>
              <a:defRPr sz="1600">
                <a:solidFill>
                  <a:srgbClr val="000000"/>
                </a:solidFill>
              </a:defRPr>
            </a:lvl4pPr>
            <a:lvl5pPr lvl="4" algn="r">
              <a:spcBef>
                <a:spcPts val="0"/>
              </a:spcBef>
              <a:spcAft>
                <a:spcPts val="0"/>
              </a:spcAft>
              <a:buClr>
                <a:srgbClr val="000000"/>
              </a:buClr>
              <a:buSzPts val="1600"/>
              <a:buNone/>
              <a:defRPr sz="1600">
                <a:solidFill>
                  <a:srgbClr val="000000"/>
                </a:solidFill>
              </a:defRPr>
            </a:lvl5pPr>
            <a:lvl6pPr lvl="5" algn="r">
              <a:spcBef>
                <a:spcPts val="0"/>
              </a:spcBef>
              <a:spcAft>
                <a:spcPts val="0"/>
              </a:spcAft>
              <a:buClr>
                <a:srgbClr val="000000"/>
              </a:buClr>
              <a:buSzPts val="1600"/>
              <a:buNone/>
              <a:defRPr sz="1600">
                <a:solidFill>
                  <a:srgbClr val="000000"/>
                </a:solidFill>
              </a:defRPr>
            </a:lvl6pPr>
            <a:lvl7pPr lvl="6" algn="r">
              <a:spcBef>
                <a:spcPts val="0"/>
              </a:spcBef>
              <a:spcAft>
                <a:spcPts val="0"/>
              </a:spcAft>
              <a:buClr>
                <a:srgbClr val="000000"/>
              </a:buClr>
              <a:buSzPts val="1600"/>
              <a:buNone/>
              <a:defRPr sz="1600">
                <a:solidFill>
                  <a:srgbClr val="000000"/>
                </a:solidFill>
              </a:defRPr>
            </a:lvl7pPr>
            <a:lvl8pPr lvl="7" algn="r">
              <a:spcBef>
                <a:spcPts val="0"/>
              </a:spcBef>
              <a:spcAft>
                <a:spcPts val="0"/>
              </a:spcAft>
              <a:buClr>
                <a:srgbClr val="000000"/>
              </a:buClr>
              <a:buSzPts val="1600"/>
              <a:buNone/>
              <a:defRPr sz="1600">
                <a:solidFill>
                  <a:srgbClr val="000000"/>
                </a:solidFill>
              </a:defRPr>
            </a:lvl8pPr>
            <a:lvl9pPr lvl="8" algn="r">
              <a:spcBef>
                <a:spcPts val="0"/>
              </a:spcBef>
              <a:spcAft>
                <a:spcPts val="0"/>
              </a:spcAft>
              <a:buClr>
                <a:srgbClr val="000000"/>
              </a:buClr>
              <a:buSzPts val="1600"/>
              <a:buNone/>
              <a:defRPr sz="1600">
                <a:solidFill>
                  <a:srgbClr val="000000"/>
                </a:solidFill>
              </a:defRPr>
            </a:lvl9pPr>
          </a:lstStyle>
          <a:p/>
        </p:txBody>
      </p:sp>
      <p:sp>
        <p:nvSpPr>
          <p:cNvPr id="65" name="Google Shape;65;p16"/>
          <p:cNvSpPr txBox="1"/>
          <p:nvPr>
            <p:ph idx="1" type="subTitle"/>
          </p:nvPr>
        </p:nvSpPr>
        <p:spPr>
          <a:xfrm>
            <a:off x="5363550" y="2724625"/>
            <a:ext cx="2956500" cy="17844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a:lvl1pPr>
            <a:lvl2pPr lvl="1" algn="r">
              <a:lnSpc>
                <a:spcPct val="100000"/>
              </a:lnSpc>
              <a:spcBef>
                <a:spcPts val="0"/>
              </a:spcBef>
              <a:spcAft>
                <a:spcPts val="0"/>
              </a:spcAft>
              <a:buSzPts val="1200"/>
              <a:buNone/>
              <a:defRPr/>
            </a:lvl2pPr>
            <a:lvl3pPr lvl="2" algn="r">
              <a:lnSpc>
                <a:spcPct val="100000"/>
              </a:lnSpc>
              <a:spcBef>
                <a:spcPts val="0"/>
              </a:spcBef>
              <a:spcAft>
                <a:spcPts val="0"/>
              </a:spcAft>
              <a:buSzPts val="1200"/>
              <a:buNone/>
              <a:defRPr/>
            </a:lvl3pPr>
            <a:lvl4pPr lvl="3" algn="r">
              <a:lnSpc>
                <a:spcPct val="100000"/>
              </a:lnSpc>
              <a:spcBef>
                <a:spcPts val="0"/>
              </a:spcBef>
              <a:spcAft>
                <a:spcPts val="0"/>
              </a:spcAft>
              <a:buSzPts val="1200"/>
              <a:buNone/>
              <a:defRPr/>
            </a:lvl4pPr>
            <a:lvl5pPr lvl="4" algn="r">
              <a:lnSpc>
                <a:spcPct val="100000"/>
              </a:lnSpc>
              <a:spcBef>
                <a:spcPts val="0"/>
              </a:spcBef>
              <a:spcAft>
                <a:spcPts val="0"/>
              </a:spcAft>
              <a:buSzPts val="1200"/>
              <a:buNone/>
              <a:defRPr/>
            </a:lvl5pPr>
            <a:lvl6pPr lvl="5" algn="r">
              <a:lnSpc>
                <a:spcPct val="100000"/>
              </a:lnSpc>
              <a:spcBef>
                <a:spcPts val="0"/>
              </a:spcBef>
              <a:spcAft>
                <a:spcPts val="0"/>
              </a:spcAft>
              <a:buSzPts val="1200"/>
              <a:buNone/>
              <a:defRPr/>
            </a:lvl6pPr>
            <a:lvl7pPr lvl="6" algn="r">
              <a:lnSpc>
                <a:spcPct val="100000"/>
              </a:lnSpc>
              <a:spcBef>
                <a:spcPts val="0"/>
              </a:spcBef>
              <a:spcAft>
                <a:spcPts val="0"/>
              </a:spcAft>
              <a:buSzPts val="1200"/>
              <a:buNone/>
              <a:defRPr/>
            </a:lvl7pPr>
            <a:lvl8pPr lvl="7" algn="r">
              <a:lnSpc>
                <a:spcPct val="100000"/>
              </a:lnSpc>
              <a:spcBef>
                <a:spcPts val="0"/>
              </a:spcBef>
              <a:spcAft>
                <a:spcPts val="0"/>
              </a:spcAft>
              <a:buSzPts val="1200"/>
              <a:buNone/>
              <a:defRPr/>
            </a:lvl8pPr>
            <a:lvl9pPr lvl="8" algn="r">
              <a:lnSpc>
                <a:spcPct val="100000"/>
              </a:lnSpc>
              <a:spcBef>
                <a:spcPts val="0"/>
              </a:spcBef>
              <a:spcAft>
                <a:spcPts val="0"/>
              </a:spcAft>
              <a:buSzPts val="12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66" name="Shape 66"/>
        <p:cNvGrpSpPr/>
        <p:nvPr/>
      </p:nvGrpSpPr>
      <p:grpSpPr>
        <a:xfrm>
          <a:off x="0" y="0"/>
          <a:ext cx="0" cy="0"/>
          <a:chOff x="0" y="0"/>
          <a:chExt cx="0" cy="0"/>
        </a:xfrm>
      </p:grpSpPr>
      <p:sp>
        <p:nvSpPr>
          <p:cNvPr id="67" name="Google Shape;67;p17"/>
          <p:cNvSpPr txBox="1"/>
          <p:nvPr>
            <p:ph type="title"/>
          </p:nvPr>
        </p:nvSpPr>
        <p:spPr>
          <a:xfrm>
            <a:off x="5553850" y="1313850"/>
            <a:ext cx="2630400" cy="10803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8" name="Google Shape;68;p17"/>
          <p:cNvSpPr txBox="1"/>
          <p:nvPr>
            <p:ph idx="1" type="subTitle"/>
          </p:nvPr>
        </p:nvSpPr>
        <p:spPr>
          <a:xfrm>
            <a:off x="5553975" y="2317950"/>
            <a:ext cx="2630400" cy="1080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2">
    <p:spTree>
      <p:nvGrpSpPr>
        <p:cNvPr id="69" name="Shape 69"/>
        <p:cNvGrpSpPr/>
        <p:nvPr/>
      </p:nvGrpSpPr>
      <p:grpSpPr>
        <a:xfrm>
          <a:off x="0" y="0"/>
          <a:ext cx="0" cy="0"/>
          <a:chOff x="0" y="0"/>
          <a:chExt cx="0" cy="0"/>
        </a:xfrm>
      </p:grpSpPr>
      <p:sp>
        <p:nvSpPr>
          <p:cNvPr id="70" name="Google Shape;70;p18"/>
          <p:cNvSpPr txBox="1"/>
          <p:nvPr>
            <p:ph idx="1" type="subTitle"/>
          </p:nvPr>
        </p:nvSpPr>
        <p:spPr>
          <a:xfrm>
            <a:off x="2117847" y="3380460"/>
            <a:ext cx="2951400" cy="295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71" name="Google Shape;71;p18"/>
          <p:cNvSpPr txBox="1"/>
          <p:nvPr>
            <p:ph type="ctrTitle"/>
          </p:nvPr>
        </p:nvSpPr>
        <p:spPr>
          <a:xfrm rot="-5400000">
            <a:off x="-343101" y="1759150"/>
            <a:ext cx="2888100" cy="897900"/>
          </a:xfrm>
          <a:prstGeom prst="rect">
            <a:avLst/>
          </a:prstGeom>
        </p:spPr>
        <p:txBody>
          <a:bodyPr anchorCtr="0" anchor="b" bIns="91425" lIns="91425" spcFirstLastPara="1" rIns="91425" wrap="square" tIns="91425">
            <a:noAutofit/>
          </a:bodyPr>
          <a:lstStyle>
            <a:lvl1pPr lvl="0" algn="r">
              <a:spcBef>
                <a:spcPts val="0"/>
              </a:spcBef>
              <a:spcAft>
                <a:spcPts val="0"/>
              </a:spcAft>
              <a:buSzPts val="2800"/>
              <a:buNone/>
              <a:defRPr/>
            </a:lvl1pPr>
            <a:lvl2pPr lvl="1" algn="r">
              <a:spcBef>
                <a:spcPts val="0"/>
              </a:spcBef>
              <a:spcAft>
                <a:spcPts val="0"/>
              </a:spcAft>
              <a:buClr>
                <a:srgbClr val="000000"/>
              </a:buClr>
              <a:buSzPts val="1600"/>
              <a:buNone/>
              <a:defRPr sz="1600">
                <a:solidFill>
                  <a:srgbClr val="000000"/>
                </a:solidFill>
              </a:defRPr>
            </a:lvl2pPr>
            <a:lvl3pPr lvl="2" algn="r">
              <a:spcBef>
                <a:spcPts val="0"/>
              </a:spcBef>
              <a:spcAft>
                <a:spcPts val="0"/>
              </a:spcAft>
              <a:buClr>
                <a:srgbClr val="000000"/>
              </a:buClr>
              <a:buSzPts val="1600"/>
              <a:buNone/>
              <a:defRPr sz="1600">
                <a:solidFill>
                  <a:srgbClr val="000000"/>
                </a:solidFill>
              </a:defRPr>
            </a:lvl3pPr>
            <a:lvl4pPr lvl="3" algn="r">
              <a:spcBef>
                <a:spcPts val="0"/>
              </a:spcBef>
              <a:spcAft>
                <a:spcPts val="0"/>
              </a:spcAft>
              <a:buClr>
                <a:srgbClr val="000000"/>
              </a:buClr>
              <a:buSzPts val="1600"/>
              <a:buNone/>
              <a:defRPr sz="1600">
                <a:solidFill>
                  <a:srgbClr val="000000"/>
                </a:solidFill>
              </a:defRPr>
            </a:lvl4pPr>
            <a:lvl5pPr lvl="4" algn="r">
              <a:spcBef>
                <a:spcPts val="0"/>
              </a:spcBef>
              <a:spcAft>
                <a:spcPts val="0"/>
              </a:spcAft>
              <a:buClr>
                <a:srgbClr val="000000"/>
              </a:buClr>
              <a:buSzPts val="1600"/>
              <a:buNone/>
              <a:defRPr sz="1600">
                <a:solidFill>
                  <a:srgbClr val="000000"/>
                </a:solidFill>
              </a:defRPr>
            </a:lvl5pPr>
            <a:lvl6pPr lvl="5" algn="r">
              <a:spcBef>
                <a:spcPts val="0"/>
              </a:spcBef>
              <a:spcAft>
                <a:spcPts val="0"/>
              </a:spcAft>
              <a:buClr>
                <a:srgbClr val="000000"/>
              </a:buClr>
              <a:buSzPts val="1600"/>
              <a:buNone/>
              <a:defRPr sz="1600">
                <a:solidFill>
                  <a:srgbClr val="000000"/>
                </a:solidFill>
              </a:defRPr>
            </a:lvl6pPr>
            <a:lvl7pPr lvl="6" algn="r">
              <a:spcBef>
                <a:spcPts val="0"/>
              </a:spcBef>
              <a:spcAft>
                <a:spcPts val="0"/>
              </a:spcAft>
              <a:buClr>
                <a:srgbClr val="000000"/>
              </a:buClr>
              <a:buSzPts val="1600"/>
              <a:buNone/>
              <a:defRPr sz="1600">
                <a:solidFill>
                  <a:srgbClr val="000000"/>
                </a:solidFill>
              </a:defRPr>
            </a:lvl7pPr>
            <a:lvl8pPr lvl="7" algn="r">
              <a:spcBef>
                <a:spcPts val="0"/>
              </a:spcBef>
              <a:spcAft>
                <a:spcPts val="0"/>
              </a:spcAft>
              <a:buClr>
                <a:srgbClr val="000000"/>
              </a:buClr>
              <a:buSzPts val="1600"/>
              <a:buNone/>
              <a:defRPr sz="1600">
                <a:solidFill>
                  <a:srgbClr val="000000"/>
                </a:solidFill>
              </a:defRPr>
            </a:lvl8pPr>
            <a:lvl9pPr lvl="8" algn="r">
              <a:spcBef>
                <a:spcPts val="0"/>
              </a:spcBef>
              <a:spcAft>
                <a:spcPts val="0"/>
              </a:spcAft>
              <a:buClr>
                <a:srgbClr val="000000"/>
              </a:buClr>
              <a:buSzPts val="1600"/>
              <a:buNone/>
              <a:defRPr sz="1600">
                <a:solidFill>
                  <a:srgbClr val="000000"/>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_2_1">
    <p:spTree>
      <p:nvGrpSpPr>
        <p:cNvPr id="72" name="Shape 72"/>
        <p:cNvGrpSpPr/>
        <p:nvPr/>
      </p:nvGrpSpPr>
      <p:grpSpPr>
        <a:xfrm>
          <a:off x="0" y="0"/>
          <a:ext cx="0" cy="0"/>
          <a:chOff x="0" y="0"/>
          <a:chExt cx="0" cy="0"/>
        </a:xfrm>
      </p:grpSpPr>
      <p:sp>
        <p:nvSpPr>
          <p:cNvPr id="73" name="Google Shape;73;p19"/>
          <p:cNvSpPr txBox="1"/>
          <p:nvPr>
            <p:ph idx="1" type="subTitle"/>
          </p:nvPr>
        </p:nvSpPr>
        <p:spPr>
          <a:xfrm flipH="1">
            <a:off x="4189625" y="3380460"/>
            <a:ext cx="2951400" cy="295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74" name="Google Shape;74;p19"/>
          <p:cNvSpPr txBox="1"/>
          <p:nvPr>
            <p:ph type="ctrTitle"/>
          </p:nvPr>
        </p:nvSpPr>
        <p:spPr>
          <a:xfrm rot="5400000">
            <a:off x="6612409" y="1752564"/>
            <a:ext cx="2888100" cy="8979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Clr>
                <a:srgbClr val="000000"/>
              </a:buClr>
              <a:buSzPts val="1600"/>
              <a:buNone/>
              <a:defRPr sz="1600">
                <a:solidFill>
                  <a:srgbClr val="000000"/>
                </a:solidFill>
              </a:defRPr>
            </a:lvl2pPr>
            <a:lvl3pPr lvl="2">
              <a:spcBef>
                <a:spcPts val="0"/>
              </a:spcBef>
              <a:spcAft>
                <a:spcPts val="0"/>
              </a:spcAft>
              <a:buClr>
                <a:srgbClr val="000000"/>
              </a:buClr>
              <a:buSzPts val="1600"/>
              <a:buNone/>
              <a:defRPr sz="1600">
                <a:solidFill>
                  <a:srgbClr val="000000"/>
                </a:solidFill>
              </a:defRPr>
            </a:lvl3pPr>
            <a:lvl4pPr lvl="3">
              <a:spcBef>
                <a:spcPts val="0"/>
              </a:spcBef>
              <a:spcAft>
                <a:spcPts val="0"/>
              </a:spcAft>
              <a:buClr>
                <a:srgbClr val="000000"/>
              </a:buClr>
              <a:buSzPts val="1600"/>
              <a:buNone/>
              <a:defRPr sz="1600">
                <a:solidFill>
                  <a:srgbClr val="000000"/>
                </a:solidFill>
              </a:defRPr>
            </a:lvl4pPr>
            <a:lvl5pPr lvl="4">
              <a:spcBef>
                <a:spcPts val="0"/>
              </a:spcBef>
              <a:spcAft>
                <a:spcPts val="0"/>
              </a:spcAft>
              <a:buClr>
                <a:srgbClr val="000000"/>
              </a:buClr>
              <a:buSzPts val="1600"/>
              <a:buNone/>
              <a:defRPr sz="1600">
                <a:solidFill>
                  <a:srgbClr val="000000"/>
                </a:solidFill>
              </a:defRPr>
            </a:lvl5pPr>
            <a:lvl6pPr lvl="5">
              <a:spcBef>
                <a:spcPts val="0"/>
              </a:spcBef>
              <a:spcAft>
                <a:spcPts val="0"/>
              </a:spcAft>
              <a:buClr>
                <a:srgbClr val="000000"/>
              </a:buClr>
              <a:buSzPts val="1600"/>
              <a:buNone/>
              <a:defRPr sz="1600">
                <a:solidFill>
                  <a:srgbClr val="000000"/>
                </a:solidFill>
              </a:defRPr>
            </a:lvl6pPr>
            <a:lvl7pPr lvl="6">
              <a:spcBef>
                <a:spcPts val="0"/>
              </a:spcBef>
              <a:spcAft>
                <a:spcPts val="0"/>
              </a:spcAft>
              <a:buClr>
                <a:srgbClr val="000000"/>
              </a:buClr>
              <a:buSzPts val="1600"/>
              <a:buNone/>
              <a:defRPr sz="1600">
                <a:solidFill>
                  <a:srgbClr val="000000"/>
                </a:solidFill>
              </a:defRPr>
            </a:lvl7pPr>
            <a:lvl8pPr lvl="7">
              <a:spcBef>
                <a:spcPts val="0"/>
              </a:spcBef>
              <a:spcAft>
                <a:spcPts val="0"/>
              </a:spcAft>
              <a:buClr>
                <a:srgbClr val="000000"/>
              </a:buClr>
              <a:buSzPts val="1600"/>
              <a:buNone/>
              <a:defRPr sz="1600">
                <a:solidFill>
                  <a:srgbClr val="000000"/>
                </a:solidFill>
              </a:defRPr>
            </a:lvl8pPr>
            <a:lvl9pPr lvl="8">
              <a:spcBef>
                <a:spcPts val="0"/>
              </a:spcBef>
              <a:spcAft>
                <a:spcPts val="0"/>
              </a:spcAft>
              <a:buClr>
                <a:srgbClr val="000000"/>
              </a:buClr>
              <a:buSzPts val="1600"/>
              <a:buNone/>
              <a:defRPr sz="1600">
                <a:solidFill>
                  <a:srgbClr val="000000"/>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4_2_1_1">
    <p:spTree>
      <p:nvGrpSpPr>
        <p:cNvPr id="75" name="Shape 75"/>
        <p:cNvGrpSpPr/>
        <p:nvPr/>
      </p:nvGrpSpPr>
      <p:grpSpPr>
        <a:xfrm>
          <a:off x="0" y="0"/>
          <a:ext cx="0" cy="0"/>
          <a:chOff x="0" y="0"/>
          <a:chExt cx="0" cy="0"/>
        </a:xfrm>
      </p:grpSpPr>
      <p:sp>
        <p:nvSpPr>
          <p:cNvPr id="76" name="Google Shape;76;p20"/>
          <p:cNvSpPr txBox="1"/>
          <p:nvPr>
            <p:ph type="ctrTitle"/>
          </p:nvPr>
        </p:nvSpPr>
        <p:spPr>
          <a:xfrm>
            <a:off x="831200" y="376498"/>
            <a:ext cx="3867300" cy="20541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Clr>
                <a:srgbClr val="FFFFFF"/>
              </a:buClr>
              <a:buSzPts val="1600"/>
              <a:buNone/>
              <a:defRPr sz="1600">
                <a:solidFill>
                  <a:srgbClr val="FFFFFF"/>
                </a:solidFill>
              </a:defRPr>
            </a:lvl2pPr>
            <a:lvl3pPr lvl="2">
              <a:spcBef>
                <a:spcPts val="0"/>
              </a:spcBef>
              <a:spcAft>
                <a:spcPts val="0"/>
              </a:spcAft>
              <a:buClr>
                <a:srgbClr val="FFFFFF"/>
              </a:buClr>
              <a:buSzPts val="1600"/>
              <a:buNone/>
              <a:defRPr sz="1600">
                <a:solidFill>
                  <a:srgbClr val="FFFFFF"/>
                </a:solidFill>
              </a:defRPr>
            </a:lvl3pPr>
            <a:lvl4pPr lvl="3">
              <a:spcBef>
                <a:spcPts val="0"/>
              </a:spcBef>
              <a:spcAft>
                <a:spcPts val="0"/>
              </a:spcAft>
              <a:buClr>
                <a:srgbClr val="FFFFFF"/>
              </a:buClr>
              <a:buSzPts val="1600"/>
              <a:buNone/>
              <a:defRPr sz="1600">
                <a:solidFill>
                  <a:srgbClr val="FFFFFF"/>
                </a:solidFill>
              </a:defRPr>
            </a:lvl4pPr>
            <a:lvl5pPr lvl="4">
              <a:spcBef>
                <a:spcPts val="0"/>
              </a:spcBef>
              <a:spcAft>
                <a:spcPts val="0"/>
              </a:spcAft>
              <a:buClr>
                <a:srgbClr val="FFFFFF"/>
              </a:buClr>
              <a:buSzPts val="1600"/>
              <a:buNone/>
              <a:defRPr sz="1600">
                <a:solidFill>
                  <a:srgbClr val="FFFFFF"/>
                </a:solidFill>
              </a:defRPr>
            </a:lvl5pPr>
            <a:lvl6pPr lvl="5">
              <a:spcBef>
                <a:spcPts val="0"/>
              </a:spcBef>
              <a:spcAft>
                <a:spcPts val="0"/>
              </a:spcAft>
              <a:buClr>
                <a:srgbClr val="FFFFFF"/>
              </a:buClr>
              <a:buSzPts val="1600"/>
              <a:buNone/>
              <a:defRPr sz="1600">
                <a:solidFill>
                  <a:srgbClr val="FFFFFF"/>
                </a:solidFill>
              </a:defRPr>
            </a:lvl6pPr>
            <a:lvl7pPr lvl="6">
              <a:spcBef>
                <a:spcPts val="0"/>
              </a:spcBef>
              <a:spcAft>
                <a:spcPts val="0"/>
              </a:spcAft>
              <a:buClr>
                <a:srgbClr val="FFFFFF"/>
              </a:buClr>
              <a:buSzPts val="1600"/>
              <a:buNone/>
              <a:defRPr sz="1600">
                <a:solidFill>
                  <a:srgbClr val="FFFFFF"/>
                </a:solidFill>
              </a:defRPr>
            </a:lvl7pPr>
            <a:lvl8pPr lvl="7">
              <a:spcBef>
                <a:spcPts val="0"/>
              </a:spcBef>
              <a:spcAft>
                <a:spcPts val="0"/>
              </a:spcAft>
              <a:buClr>
                <a:srgbClr val="FFFFFF"/>
              </a:buClr>
              <a:buSzPts val="1600"/>
              <a:buNone/>
              <a:defRPr sz="1600">
                <a:solidFill>
                  <a:srgbClr val="FFFFFF"/>
                </a:solidFill>
              </a:defRPr>
            </a:lvl8pPr>
            <a:lvl9pPr lvl="8">
              <a:spcBef>
                <a:spcPts val="0"/>
              </a:spcBef>
              <a:spcAft>
                <a:spcPts val="0"/>
              </a:spcAft>
              <a:buClr>
                <a:srgbClr val="FFFFFF"/>
              </a:buClr>
              <a:buSzPts val="1600"/>
              <a:buNone/>
              <a:defRPr sz="1600">
                <a:solidFill>
                  <a:srgbClr val="FFFFFF"/>
                </a:solidFill>
              </a:defRPr>
            </a:lvl9pPr>
          </a:lstStyle>
          <a:p/>
        </p:txBody>
      </p:sp>
      <p:sp>
        <p:nvSpPr>
          <p:cNvPr id="77" name="Google Shape;77;p20"/>
          <p:cNvSpPr txBox="1"/>
          <p:nvPr>
            <p:ph idx="1" type="subTitle"/>
          </p:nvPr>
        </p:nvSpPr>
        <p:spPr>
          <a:xfrm>
            <a:off x="831200" y="2314225"/>
            <a:ext cx="3081600" cy="1784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Clr>
                <a:srgbClr val="FFFFFF"/>
              </a:buClr>
              <a:buSzPts val="1200"/>
              <a:buNone/>
              <a:defRPr>
                <a:solidFill>
                  <a:srgbClr val="FFFFFF"/>
                </a:solidFill>
              </a:defRPr>
            </a:lvl2pPr>
            <a:lvl3pPr lvl="2">
              <a:lnSpc>
                <a:spcPct val="100000"/>
              </a:lnSpc>
              <a:spcBef>
                <a:spcPts val="0"/>
              </a:spcBef>
              <a:spcAft>
                <a:spcPts val="0"/>
              </a:spcAft>
              <a:buClr>
                <a:srgbClr val="FFFFFF"/>
              </a:buClr>
              <a:buSzPts val="1200"/>
              <a:buNone/>
              <a:defRPr>
                <a:solidFill>
                  <a:srgbClr val="FFFFFF"/>
                </a:solidFill>
              </a:defRPr>
            </a:lvl3pPr>
            <a:lvl4pPr lvl="3">
              <a:lnSpc>
                <a:spcPct val="100000"/>
              </a:lnSpc>
              <a:spcBef>
                <a:spcPts val="0"/>
              </a:spcBef>
              <a:spcAft>
                <a:spcPts val="0"/>
              </a:spcAft>
              <a:buClr>
                <a:srgbClr val="FFFFFF"/>
              </a:buClr>
              <a:buSzPts val="1200"/>
              <a:buNone/>
              <a:defRPr>
                <a:solidFill>
                  <a:srgbClr val="FFFFFF"/>
                </a:solidFill>
              </a:defRPr>
            </a:lvl4pPr>
            <a:lvl5pPr lvl="4">
              <a:lnSpc>
                <a:spcPct val="100000"/>
              </a:lnSpc>
              <a:spcBef>
                <a:spcPts val="0"/>
              </a:spcBef>
              <a:spcAft>
                <a:spcPts val="0"/>
              </a:spcAft>
              <a:buClr>
                <a:srgbClr val="FFFFFF"/>
              </a:buClr>
              <a:buSzPts val="1200"/>
              <a:buNone/>
              <a:defRPr>
                <a:solidFill>
                  <a:srgbClr val="FFFFFF"/>
                </a:solidFill>
              </a:defRPr>
            </a:lvl5pPr>
            <a:lvl6pPr lvl="5">
              <a:lnSpc>
                <a:spcPct val="100000"/>
              </a:lnSpc>
              <a:spcBef>
                <a:spcPts val="0"/>
              </a:spcBef>
              <a:spcAft>
                <a:spcPts val="0"/>
              </a:spcAft>
              <a:buClr>
                <a:srgbClr val="FFFFFF"/>
              </a:buClr>
              <a:buSzPts val="1200"/>
              <a:buNone/>
              <a:defRPr>
                <a:solidFill>
                  <a:srgbClr val="FFFFFF"/>
                </a:solidFill>
              </a:defRPr>
            </a:lvl6pPr>
            <a:lvl7pPr lvl="6">
              <a:lnSpc>
                <a:spcPct val="100000"/>
              </a:lnSpc>
              <a:spcBef>
                <a:spcPts val="0"/>
              </a:spcBef>
              <a:spcAft>
                <a:spcPts val="0"/>
              </a:spcAft>
              <a:buClr>
                <a:srgbClr val="FFFFFF"/>
              </a:buClr>
              <a:buSzPts val="1200"/>
              <a:buNone/>
              <a:defRPr>
                <a:solidFill>
                  <a:srgbClr val="FFFFFF"/>
                </a:solidFill>
              </a:defRPr>
            </a:lvl7pPr>
            <a:lvl8pPr lvl="7">
              <a:lnSpc>
                <a:spcPct val="100000"/>
              </a:lnSpc>
              <a:spcBef>
                <a:spcPts val="0"/>
              </a:spcBef>
              <a:spcAft>
                <a:spcPts val="0"/>
              </a:spcAft>
              <a:buClr>
                <a:srgbClr val="FFFFFF"/>
              </a:buClr>
              <a:buSzPts val="1200"/>
              <a:buNone/>
              <a:defRPr>
                <a:solidFill>
                  <a:srgbClr val="FFFFFF"/>
                </a:solidFill>
              </a:defRPr>
            </a:lvl8pPr>
            <a:lvl9pPr lvl="8">
              <a:lnSpc>
                <a:spcPct val="100000"/>
              </a:lnSpc>
              <a:spcBef>
                <a:spcPts val="0"/>
              </a:spcBef>
              <a:spcAft>
                <a:spcPts val="0"/>
              </a:spcAft>
              <a:buClr>
                <a:srgbClr val="FFFFFF"/>
              </a:buClr>
              <a:buSzPts val="1200"/>
              <a:buNone/>
              <a:defRPr>
                <a:solidFill>
                  <a:srgbClr val="FFFFFF"/>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4_2_1_1_1">
    <p:spTree>
      <p:nvGrpSpPr>
        <p:cNvPr id="78" name="Shape 78"/>
        <p:cNvGrpSpPr/>
        <p:nvPr/>
      </p:nvGrpSpPr>
      <p:grpSpPr>
        <a:xfrm>
          <a:off x="0" y="0"/>
          <a:ext cx="0" cy="0"/>
          <a:chOff x="0" y="0"/>
          <a:chExt cx="0" cy="0"/>
        </a:xfrm>
      </p:grpSpPr>
      <p:sp>
        <p:nvSpPr>
          <p:cNvPr id="79" name="Google Shape;79;p21"/>
          <p:cNvSpPr txBox="1"/>
          <p:nvPr>
            <p:ph idx="1" type="body"/>
          </p:nvPr>
        </p:nvSpPr>
        <p:spPr>
          <a:xfrm>
            <a:off x="642050" y="540000"/>
            <a:ext cx="2649600" cy="3035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accent1"/>
              </a:buClr>
              <a:buSzPts val="1200"/>
              <a:buChar char="●"/>
              <a:defRPr sz="1000">
                <a:solidFill>
                  <a:srgbClr val="000000"/>
                </a:solidFill>
              </a:defRPr>
            </a:lvl1pPr>
            <a:lvl2pPr indent="-304800" lvl="1" marL="914400">
              <a:spcBef>
                <a:spcPts val="1600"/>
              </a:spcBef>
              <a:spcAft>
                <a:spcPts val="0"/>
              </a:spcAft>
              <a:buClr>
                <a:srgbClr val="000000"/>
              </a:buClr>
              <a:buSzPts val="1200"/>
              <a:buChar char="○"/>
              <a:defRPr>
                <a:solidFill>
                  <a:srgbClr val="000000"/>
                </a:solidFill>
              </a:defRPr>
            </a:lvl2pPr>
            <a:lvl3pPr indent="-304800" lvl="2" marL="1371600">
              <a:spcBef>
                <a:spcPts val="1600"/>
              </a:spcBef>
              <a:spcAft>
                <a:spcPts val="0"/>
              </a:spcAft>
              <a:buClr>
                <a:srgbClr val="000000"/>
              </a:buClr>
              <a:buSzPts val="1200"/>
              <a:buChar char="■"/>
              <a:defRPr>
                <a:solidFill>
                  <a:srgbClr val="000000"/>
                </a:solidFill>
              </a:defRPr>
            </a:lvl3pPr>
            <a:lvl4pPr indent="-304800" lvl="3" marL="1828800">
              <a:spcBef>
                <a:spcPts val="1600"/>
              </a:spcBef>
              <a:spcAft>
                <a:spcPts val="0"/>
              </a:spcAft>
              <a:buClr>
                <a:srgbClr val="000000"/>
              </a:buClr>
              <a:buSzPts val="1200"/>
              <a:buChar char="●"/>
              <a:defRPr>
                <a:solidFill>
                  <a:srgbClr val="000000"/>
                </a:solidFill>
              </a:defRPr>
            </a:lvl4pPr>
            <a:lvl5pPr indent="-304800" lvl="4" marL="2286000">
              <a:spcBef>
                <a:spcPts val="1600"/>
              </a:spcBef>
              <a:spcAft>
                <a:spcPts val="0"/>
              </a:spcAft>
              <a:buClr>
                <a:srgbClr val="000000"/>
              </a:buClr>
              <a:buSzPts val="1200"/>
              <a:buChar char="○"/>
              <a:defRPr>
                <a:solidFill>
                  <a:srgbClr val="000000"/>
                </a:solidFill>
              </a:defRPr>
            </a:lvl5pPr>
            <a:lvl6pPr indent="-304800" lvl="5" marL="2743200">
              <a:spcBef>
                <a:spcPts val="1600"/>
              </a:spcBef>
              <a:spcAft>
                <a:spcPts val="0"/>
              </a:spcAft>
              <a:buClr>
                <a:srgbClr val="000000"/>
              </a:buClr>
              <a:buSzPts val="1200"/>
              <a:buChar char="■"/>
              <a:defRPr>
                <a:solidFill>
                  <a:srgbClr val="000000"/>
                </a:solidFill>
              </a:defRPr>
            </a:lvl6pPr>
            <a:lvl7pPr indent="-304800" lvl="6" marL="3200400">
              <a:spcBef>
                <a:spcPts val="1600"/>
              </a:spcBef>
              <a:spcAft>
                <a:spcPts val="0"/>
              </a:spcAft>
              <a:buClr>
                <a:srgbClr val="000000"/>
              </a:buClr>
              <a:buSzPts val="1200"/>
              <a:buChar char="●"/>
              <a:defRPr>
                <a:solidFill>
                  <a:srgbClr val="000000"/>
                </a:solidFill>
              </a:defRPr>
            </a:lvl7pPr>
            <a:lvl8pPr indent="-304800" lvl="7" marL="3657600">
              <a:spcBef>
                <a:spcPts val="1600"/>
              </a:spcBef>
              <a:spcAft>
                <a:spcPts val="0"/>
              </a:spcAft>
              <a:buClr>
                <a:srgbClr val="000000"/>
              </a:buClr>
              <a:buSzPts val="1200"/>
              <a:buChar char="○"/>
              <a:defRPr>
                <a:solidFill>
                  <a:srgbClr val="000000"/>
                </a:solidFill>
              </a:defRPr>
            </a:lvl8pPr>
            <a:lvl9pPr indent="-304800" lvl="8" marL="4114800">
              <a:spcBef>
                <a:spcPts val="1600"/>
              </a:spcBef>
              <a:spcAft>
                <a:spcPts val="1600"/>
              </a:spcAft>
              <a:buClr>
                <a:srgbClr val="000000"/>
              </a:buClr>
              <a:buSzPts val="1200"/>
              <a:buChar char="■"/>
              <a:defRPr>
                <a:solidFill>
                  <a:srgbClr val="000000"/>
                </a:solidFill>
              </a:defRPr>
            </a:lvl9pPr>
          </a:lstStyle>
          <a:p/>
        </p:txBody>
      </p:sp>
      <p:sp>
        <p:nvSpPr>
          <p:cNvPr id="80" name="Google Shape;80;p21"/>
          <p:cNvSpPr txBox="1"/>
          <p:nvPr>
            <p:ph type="ctrTitle"/>
          </p:nvPr>
        </p:nvSpPr>
        <p:spPr>
          <a:xfrm rot="5400000">
            <a:off x="6923109" y="1407498"/>
            <a:ext cx="2449800" cy="4875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25_1">
    <p:spTree>
      <p:nvGrpSpPr>
        <p:cNvPr id="81" name="Shape 81"/>
        <p:cNvGrpSpPr/>
        <p:nvPr/>
      </p:nvGrpSpPr>
      <p:grpSpPr>
        <a:xfrm>
          <a:off x="0" y="0"/>
          <a:ext cx="0" cy="0"/>
          <a:chOff x="0" y="0"/>
          <a:chExt cx="0" cy="0"/>
        </a:xfrm>
      </p:grpSpPr>
      <p:sp>
        <p:nvSpPr>
          <p:cNvPr id="82" name="Google Shape;82;p22"/>
          <p:cNvSpPr txBox="1"/>
          <p:nvPr>
            <p:ph idx="1" type="body"/>
          </p:nvPr>
        </p:nvSpPr>
        <p:spPr>
          <a:xfrm>
            <a:off x="642050" y="1277550"/>
            <a:ext cx="5308200" cy="1476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000000"/>
              </a:buClr>
              <a:buSzPts val="1200"/>
              <a:buChar char="●"/>
              <a:defRPr>
                <a:solidFill>
                  <a:srgbClr val="000000"/>
                </a:solidFill>
              </a:defRPr>
            </a:lvl1pPr>
            <a:lvl2pPr indent="-304800" lvl="1" marL="914400">
              <a:spcBef>
                <a:spcPts val="1600"/>
              </a:spcBef>
              <a:spcAft>
                <a:spcPts val="0"/>
              </a:spcAft>
              <a:buClr>
                <a:srgbClr val="000000"/>
              </a:buClr>
              <a:buSzPts val="1200"/>
              <a:buChar char="○"/>
              <a:defRPr>
                <a:solidFill>
                  <a:srgbClr val="000000"/>
                </a:solidFill>
              </a:defRPr>
            </a:lvl2pPr>
            <a:lvl3pPr indent="-304800" lvl="2" marL="1371600">
              <a:spcBef>
                <a:spcPts val="1600"/>
              </a:spcBef>
              <a:spcAft>
                <a:spcPts val="0"/>
              </a:spcAft>
              <a:buClr>
                <a:srgbClr val="000000"/>
              </a:buClr>
              <a:buSzPts val="1200"/>
              <a:buChar char="■"/>
              <a:defRPr>
                <a:solidFill>
                  <a:srgbClr val="000000"/>
                </a:solidFill>
              </a:defRPr>
            </a:lvl3pPr>
            <a:lvl4pPr indent="-304800" lvl="3" marL="1828800">
              <a:spcBef>
                <a:spcPts val="1600"/>
              </a:spcBef>
              <a:spcAft>
                <a:spcPts val="0"/>
              </a:spcAft>
              <a:buClr>
                <a:srgbClr val="000000"/>
              </a:buClr>
              <a:buSzPts val="1200"/>
              <a:buChar char="●"/>
              <a:defRPr>
                <a:solidFill>
                  <a:srgbClr val="000000"/>
                </a:solidFill>
              </a:defRPr>
            </a:lvl4pPr>
            <a:lvl5pPr indent="-304800" lvl="4" marL="2286000">
              <a:spcBef>
                <a:spcPts val="1600"/>
              </a:spcBef>
              <a:spcAft>
                <a:spcPts val="0"/>
              </a:spcAft>
              <a:buClr>
                <a:srgbClr val="000000"/>
              </a:buClr>
              <a:buSzPts val="1200"/>
              <a:buChar char="○"/>
              <a:defRPr>
                <a:solidFill>
                  <a:srgbClr val="000000"/>
                </a:solidFill>
              </a:defRPr>
            </a:lvl5pPr>
            <a:lvl6pPr indent="-304800" lvl="5" marL="2743200">
              <a:spcBef>
                <a:spcPts val="1600"/>
              </a:spcBef>
              <a:spcAft>
                <a:spcPts val="0"/>
              </a:spcAft>
              <a:buClr>
                <a:srgbClr val="000000"/>
              </a:buClr>
              <a:buSzPts val="1200"/>
              <a:buChar char="■"/>
              <a:defRPr>
                <a:solidFill>
                  <a:srgbClr val="000000"/>
                </a:solidFill>
              </a:defRPr>
            </a:lvl6pPr>
            <a:lvl7pPr indent="-304800" lvl="6" marL="3200400">
              <a:spcBef>
                <a:spcPts val="1600"/>
              </a:spcBef>
              <a:spcAft>
                <a:spcPts val="0"/>
              </a:spcAft>
              <a:buClr>
                <a:srgbClr val="000000"/>
              </a:buClr>
              <a:buSzPts val="1200"/>
              <a:buChar char="●"/>
              <a:defRPr>
                <a:solidFill>
                  <a:srgbClr val="000000"/>
                </a:solidFill>
              </a:defRPr>
            </a:lvl7pPr>
            <a:lvl8pPr indent="-304800" lvl="7" marL="3657600">
              <a:spcBef>
                <a:spcPts val="1600"/>
              </a:spcBef>
              <a:spcAft>
                <a:spcPts val="0"/>
              </a:spcAft>
              <a:buClr>
                <a:srgbClr val="000000"/>
              </a:buClr>
              <a:buSzPts val="1200"/>
              <a:buChar char="○"/>
              <a:defRPr>
                <a:solidFill>
                  <a:srgbClr val="000000"/>
                </a:solidFill>
              </a:defRPr>
            </a:lvl8pPr>
            <a:lvl9pPr indent="-304800" lvl="8" marL="4114800">
              <a:spcBef>
                <a:spcPts val="1600"/>
              </a:spcBef>
              <a:spcAft>
                <a:spcPts val="1600"/>
              </a:spcAft>
              <a:buClr>
                <a:srgbClr val="000000"/>
              </a:buClr>
              <a:buSzPts val="1200"/>
              <a:buChar char="■"/>
              <a:defRPr>
                <a:solidFill>
                  <a:srgbClr val="000000"/>
                </a:solidFill>
              </a:defRPr>
            </a:lvl9pPr>
          </a:lstStyle>
          <a:p/>
        </p:txBody>
      </p:sp>
      <p:sp>
        <p:nvSpPr>
          <p:cNvPr id="83" name="Google Shape;83;p22"/>
          <p:cNvSpPr txBox="1"/>
          <p:nvPr>
            <p:ph type="ctrTitle"/>
          </p:nvPr>
        </p:nvSpPr>
        <p:spPr>
          <a:xfrm rot="5400000">
            <a:off x="6923109" y="1407498"/>
            <a:ext cx="2449800" cy="4875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4" name="Google Shape;84;p22"/>
          <p:cNvSpPr txBox="1"/>
          <p:nvPr>
            <p:ph idx="2" type="subTitle"/>
          </p:nvPr>
        </p:nvSpPr>
        <p:spPr>
          <a:xfrm>
            <a:off x="642050" y="540000"/>
            <a:ext cx="4655400" cy="960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Clr>
                <a:srgbClr val="FFFFFF"/>
              </a:buClr>
              <a:buSzPts val="1200"/>
              <a:buNone/>
              <a:defRPr>
                <a:solidFill>
                  <a:srgbClr val="FFFFFF"/>
                </a:solidFill>
              </a:defRPr>
            </a:lvl2pPr>
            <a:lvl3pPr lvl="2">
              <a:lnSpc>
                <a:spcPct val="100000"/>
              </a:lnSpc>
              <a:spcBef>
                <a:spcPts val="0"/>
              </a:spcBef>
              <a:spcAft>
                <a:spcPts val="0"/>
              </a:spcAft>
              <a:buClr>
                <a:srgbClr val="FFFFFF"/>
              </a:buClr>
              <a:buSzPts val="1200"/>
              <a:buNone/>
              <a:defRPr>
                <a:solidFill>
                  <a:srgbClr val="FFFFFF"/>
                </a:solidFill>
              </a:defRPr>
            </a:lvl3pPr>
            <a:lvl4pPr lvl="3">
              <a:lnSpc>
                <a:spcPct val="100000"/>
              </a:lnSpc>
              <a:spcBef>
                <a:spcPts val="0"/>
              </a:spcBef>
              <a:spcAft>
                <a:spcPts val="0"/>
              </a:spcAft>
              <a:buClr>
                <a:srgbClr val="FFFFFF"/>
              </a:buClr>
              <a:buSzPts val="1200"/>
              <a:buNone/>
              <a:defRPr>
                <a:solidFill>
                  <a:srgbClr val="FFFFFF"/>
                </a:solidFill>
              </a:defRPr>
            </a:lvl4pPr>
            <a:lvl5pPr lvl="4">
              <a:lnSpc>
                <a:spcPct val="100000"/>
              </a:lnSpc>
              <a:spcBef>
                <a:spcPts val="0"/>
              </a:spcBef>
              <a:spcAft>
                <a:spcPts val="0"/>
              </a:spcAft>
              <a:buClr>
                <a:srgbClr val="FFFFFF"/>
              </a:buClr>
              <a:buSzPts val="1200"/>
              <a:buNone/>
              <a:defRPr>
                <a:solidFill>
                  <a:srgbClr val="FFFFFF"/>
                </a:solidFill>
              </a:defRPr>
            </a:lvl5pPr>
            <a:lvl6pPr lvl="5">
              <a:lnSpc>
                <a:spcPct val="100000"/>
              </a:lnSpc>
              <a:spcBef>
                <a:spcPts val="0"/>
              </a:spcBef>
              <a:spcAft>
                <a:spcPts val="0"/>
              </a:spcAft>
              <a:buClr>
                <a:srgbClr val="FFFFFF"/>
              </a:buClr>
              <a:buSzPts val="1200"/>
              <a:buNone/>
              <a:defRPr>
                <a:solidFill>
                  <a:srgbClr val="FFFFFF"/>
                </a:solidFill>
              </a:defRPr>
            </a:lvl6pPr>
            <a:lvl7pPr lvl="6">
              <a:lnSpc>
                <a:spcPct val="100000"/>
              </a:lnSpc>
              <a:spcBef>
                <a:spcPts val="0"/>
              </a:spcBef>
              <a:spcAft>
                <a:spcPts val="0"/>
              </a:spcAft>
              <a:buClr>
                <a:srgbClr val="FFFFFF"/>
              </a:buClr>
              <a:buSzPts val="1200"/>
              <a:buNone/>
              <a:defRPr>
                <a:solidFill>
                  <a:srgbClr val="FFFFFF"/>
                </a:solidFill>
              </a:defRPr>
            </a:lvl7pPr>
            <a:lvl8pPr lvl="7">
              <a:lnSpc>
                <a:spcPct val="100000"/>
              </a:lnSpc>
              <a:spcBef>
                <a:spcPts val="0"/>
              </a:spcBef>
              <a:spcAft>
                <a:spcPts val="0"/>
              </a:spcAft>
              <a:buClr>
                <a:srgbClr val="FFFFFF"/>
              </a:buClr>
              <a:buSzPts val="1200"/>
              <a:buNone/>
              <a:defRPr>
                <a:solidFill>
                  <a:srgbClr val="FFFFFF"/>
                </a:solidFill>
              </a:defRPr>
            </a:lvl8pPr>
            <a:lvl9pPr lvl="8">
              <a:lnSpc>
                <a:spcPct val="100000"/>
              </a:lnSpc>
              <a:spcBef>
                <a:spcPts val="0"/>
              </a:spcBef>
              <a:spcAft>
                <a:spcPts val="0"/>
              </a:spcAft>
              <a:buClr>
                <a:srgbClr val="FFFFFF"/>
              </a:buClr>
              <a:buSzPts val="1200"/>
              <a:buNone/>
              <a:defRPr>
                <a:solidFill>
                  <a:srgbClr val="FFFFFF"/>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8">
  <p:cSld name="CUSTOM_25_1_1">
    <p:spTree>
      <p:nvGrpSpPr>
        <p:cNvPr id="85" name="Shape 85"/>
        <p:cNvGrpSpPr/>
        <p:nvPr/>
      </p:nvGrpSpPr>
      <p:grpSpPr>
        <a:xfrm>
          <a:off x="0" y="0"/>
          <a:ext cx="0" cy="0"/>
          <a:chOff x="0" y="0"/>
          <a:chExt cx="0" cy="0"/>
        </a:xfrm>
      </p:grpSpPr>
      <p:sp>
        <p:nvSpPr>
          <p:cNvPr id="86" name="Google Shape;86;p23"/>
          <p:cNvSpPr txBox="1"/>
          <p:nvPr>
            <p:ph type="ctrTitle"/>
          </p:nvPr>
        </p:nvSpPr>
        <p:spPr>
          <a:xfrm rot="5400000">
            <a:off x="6923109" y="1407498"/>
            <a:ext cx="2449800" cy="4875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7" name="Google Shape;87;p23"/>
          <p:cNvSpPr txBox="1"/>
          <p:nvPr>
            <p:ph idx="1" type="body"/>
          </p:nvPr>
        </p:nvSpPr>
        <p:spPr>
          <a:xfrm>
            <a:off x="642050" y="2134800"/>
            <a:ext cx="5308200" cy="1476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000000"/>
              </a:buClr>
              <a:buSzPts val="1200"/>
              <a:buChar char="●"/>
              <a:defRPr>
                <a:solidFill>
                  <a:srgbClr val="000000"/>
                </a:solidFill>
              </a:defRPr>
            </a:lvl1pPr>
            <a:lvl2pPr indent="-304800" lvl="1" marL="914400">
              <a:spcBef>
                <a:spcPts val="1600"/>
              </a:spcBef>
              <a:spcAft>
                <a:spcPts val="0"/>
              </a:spcAft>
              <a:buClr>
                <a:srgbClr val="000000"/>
              </a:buClr>
              <a:buSzPts val="1200"/>
              <a:buChar char="○"/>
              <a:defRPr>
                <a:solidFill>
                  <a:srgbClr val="000000"/>
                </a:solidFill>
              </a:defRPr>
            </a:lvl2pPr>
            <a:lvl3pPr indent="-304800" lvl="2" marL="1371600">
              <a:spcBef>
                <a:spcPts val="1600"/>
              </a:spcBef>
              <a:spcAft>
                <a:spcPts val="0"/>
              </a:spcAft>
              <a:buClr>
                <a:srgbClr val="000000"/>
              </a:buClr>
              <a:buSzPts val="1200"/>
              <a:buChar char="■"/>
              <a:defRPr>
                <a:solidFill>
                  <a:srgbClr val="000000"/>
                </a:solidFill>
              </a:defRPr>
            </a:lvl3pPr>
            <a:lvl4pPr indent="-304800" lvl="3" marL="1828800">
              <a:spcBef>
                <a:spcPts val="1600"/>
              </a:spcBef>
              <a:spcAft>
                <a:spcPts val="0"/>
              </a:spcAft>
              <a:buClr>
                <a:srgbClr val="000000"/>
              </a:buClr>
              <a:buSzPts val="1200"/>
              <a:buChar char="●"/>
              <a:defRPr>
                <a:solidFill>
                  <a:srgbClr val="000000"/>
                </a:solidFill>
              </a:defRPr>
            </a:lvl4pPr>
            <a:lvl5pPr indent="-304800" lvl="4" marL="2286000">
              <a:spcBef>
                <a:spcPts val="1600"/>
              </a:spcBef>
              <a:spcAft>
                <a:spcPts val="0"/>
              </a:spcAft>
              <a:buClr>
                <a:srgbClr val="000000"/>
              </a:buClr>
              <a:buSzPts val="1200"/>
              <a:buChar char="○"/>
              <a:defRPr>
                <a:solidFill>
                  <a:srgbClr val="000000"/>
                </a:solidFill>
              </a:defRPr>
            </a:lvl5pPr>
            <a:lvl6pPr indent="-304800" lvl="5" marL="2743200">
              <a:spcBef>
                <a:spcPts val="1600"/>
              </a:spcBef>
              <a:spcAft>
                <a:spcPts val="0"/>
              </a:spcAft>
              <a:buClr>
                <a:srgbClr val="000000"/>
              </a:buClr>
              <a:buSzPts val="1200"/>
              <a:buChar char="■"/>
              <a:defRPr>
                <a:solidFill>
                  <a:srgbClr val="000000"/>
                </a:solidFill>
              </a:defRPr>
            </a:lvl6pPr>
            <a:lvl7pPr indent="-304800" lvl="6" marL="3200400">
              <a:spcBef>
                <a:spcPts val="1600"/>
              </a:spcBef>
              <a:spcAft>
                <a:spcPts val="0"/>
              </a:spcAft>
              <a:buClr>
                <a:srgbClr val="000000"/>
              </a:buClr>
              <a:buSzPts val="1200"/>
              <a:buChar char="●"/>
              <a:defRPr>
                <a:solidFill>
                  <a:srgbClr val="000000"/>
                </a:solidFill>
              </a:defRPr>
            </a:lvl7pPr>
            <a:lvl8pPr indent="-304800" lvl="7" marL="3657600">
              <a:spcBef>
                <a:spcPts val="1600"/>
              </a:spcBef>
              <a:spcAft>
                <a:spcPts val="0"/>
              </a:spcAft>
              <a:buClr>
                <a:srgbClr val="000000"/>
              </a:buClr>
              <a:buSzPts val="1200"/>
              <a:buChar char="○"/>
              <a:defRPr>
                <a:solidFill>
                  <a:srgbClr val="000000"/>
                </a:solidFill>
              </a:defRPr>
            </a:lvl8pPr>
            <a:lvl9pPr indent="-304800" lvl="8" marL="4114800">
              <a:spcBef>
                <a:spcPts val="1600"/>
              </a:spcBef>
              <a:spcAft>
                <a:spcPts val="1600"/>
              </a:spcAft>
              <a:buClr>
                <a:srgbClr val="000000"/>
              </a:buClr>
              <a:buSzPts val="1200"/>
              <a:buChar char="■"/>
              <a:defRPr>
                <a:solidFill>
                  <a:srgbClr val="000000"/>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88" name="Shape 88"/>
        <p:cNvGrpSpPr/>
        <p:nvPr/>
      </p:nvGrpSpPr>
      <p:grpSpPr>
        <a:xfrm>
          <a:off x="0" y="0"/>
          <a:ext cx="0" cy="0"/>
          <a:chOff x="0" y="0"/>
          <a:chExt cx="0" cy="0"/>
        </a:xfrm>
      </p:grpSpPr>
      <p:sp>
        <p:nvSpPr>
          <p:cNvPr id="89" name="Google Shape;89;p24"/>
          <p:cNvSpPr txBox="1"/>
          <p:nvPr>
            <p:ph type="ctrTitle"/>
          </p:nvPr>
        </p:nvSpPr>
        <p:spPr>
          <a:xfrm rot="5400000">
            <a:off x="6860962" y="1407498"/>
            <a:ext cx="2449800" cy="4875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90" name="Google Shape;90;p24"/>
          <p:cNvSpPr txBox="1"/>
          <p:nvPr>
            <p:ph idx="1" type="subTitle"/>
          </p:nvPr>
        </p:nvSpPr>
        <p:spPr>
          <a:xfrm>
            <a:off x="1579064" y="2147200"/>
            <a:ext cx="1626600" cy="111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000000"/>
              </a:buClr>
              <a:buSzPts val="1000"/>
              <a:buNone/>
              <a:defRPr sz="1000"/>
            </a:lvl1pPr>
            <a:lvl2pPr lvl="1">
              <a:lnSpc>
                <a:spcPct val="100000"/>
              </a:lnSpc>
              <a:spcBef>
                <a:spcPts val="0"/>
              </a:spcBef>
              <a:spcAft>
                <a:spcPts val="0"/>
              </a:spcAft>
              <a:buClr>
                <a:srgbClr val="000000"/>
              </a:buClr>
              <a:buSzPts val="1000"/>
              <a:buNone/>
              <a:defRPr sz="1000">
                <a:solidFill>
                  <a:srgbClr val="000000"/>
                </a:solidFill>
              </a:defRPr>
            </a:lvl2pPr>
            <a:lvl3pPr lvl="2">
              <a:lnSpc>
                <a:spcPct val="100000"/>
              </a:lnSpc>
              <a:spcBef>
                <a:spcPts val="0"/>
              </a:spcBef>
              <a:spcAft>
                <a:spcPts val="0"/>
              </a:spcAft>
              <a:buClr>
                <a:srgbClr val="000000"/>
              </a:buClr>
              <a:buSzPts val="1000"/>
              <a:buNone/>
              <a:defRPr sz="1000">
                <a:solidFill>
                  <a:srgbClr val="000000"/>
                </a:solidFill>
              </a:defRPr>
            </a:lvl3pPr>
            <a:lvl4pPr lvl="3">
              <a:lnSpc>
                <a:spcPct val="100000"/>
              </a:lnSpc>
              <a:spcBef>
                <a:spcPts val="0"/>
              </a:spcBef>
              <a:spcAft>
                <a:spcPts val="0"/>
              </a:spcAft>
              <a:buClr>
                <a:srgbClr val="000000"/>
              </a:buClr>
              <a:buSzPts val="1000"/>
              <a:buNone/>
              <a:defRPr sz="1000">
                <a:solidFill>
                  <a:srgbClr val="000000"/>
                </a:solidFill>
              </a:defRPr>
            </a:lvl4pPr>
            <a:lvl5pPr lvl="4">
              <a:lnSpc>
                <a:spcPct val="100000"/>
              </a:lnSpc>
              <a:spcBef>
                <a:spcPts val="0"/>
              </a:spcBef>
              <a:spcAft>
                <a:spcPts val="0"/>
              </a:spcAft>
              <a:buClr>
                <a:srgbClr val="000000"/>
              </a:buClr>
              <a:buSzPts val="1000"/>
              <a:buNone/>
              <a:defRPr sz="1000">
                <a:solidFill>
                  <a:srgbClr val="000000"/>
                </a:solidFill>
              </a:defRPr>
            </a:lvl5pPr>
            <a:lvl6pPr lvl="5">
              <a:lnSpc>
                <a:spcPct val="100000"/>
              </a:lnSpc>
              <a:spcBef>
                <a:spcPts val="0"/>
              </a:spcBef>
              <a:spcAft>
                <a:spcPts val="0"/>
              </a:spcAft>
              <a:buClr>
                <a:srgbClr val="000000"/>
              </a:buClr>
              <a:buSzPts val="1000"/>
              <a:buNone/>
              <a:defRPr sz="1000">
                <a:solidFill>
                  <a:srgbClr val="000000"/>
                </a:solidFill>
              </a:defRPr>
            </a:lvl6pPr>
            <a:lvl7pPr lvl="6">
              <a:lnSpc>
                <a:spcPct val="100000"/>
              </a:lnSpc>
              <a:spcBef>
                <a:spcPts val="0"/>
              </a:spcBef>
              <a:spcAft>
                <a:spcPts val="0"/>
              </a:spcAft>
              <a:buClr>
                <a:srgbClr val="000000"/>
              </a:buClr>
              <a:buSzPts val="1000"/>
              <a:buNone/>
              <a:defRPr sz="1000">
                <a:solidFill>
                  <a:srgbClr val="000000"/>
                </a:solidFill>
              </a:defRPr>
            </a:lvl7pPr>
            <a:lvl8pPr lvl="7">
              <a:lnSpc>
                <a:spcPct val="100000"/>
              </a:lnSpc>
              <a:spcBef>
                <a:spcPts val="0"/>
              </a:spcBef>
              <a:spcAft>
                <a:spcPts val="0"/>
              </a:spcAft>
              <a:buClr>
                <a:srgbClr val="000000"/>
              </a:buClr>
              <a:buSzPts val="1000"/>
              <a:buNone/>
              <a:defRPr sz="1000">
                <a:solidFill>
                  <a:srgbClr val="000000"/>
                </a:solidFill>
              </a:defRPr>
            </a:lvl8pPr>
            <a:lvl9pPr lvl="8">
              <a:lnSpc>
                <a:spcPct val="100000"/>
              </a:lnSpc>
              <a:spcBef>
                <a:spcPts val="0"/>
              </a:spcBef>
              <a:spcAft>
                <a:spcPts val="0"/>
              </a:spcAft>
              <a:buClr>
                <a:srgbClr val="000000"/>
              </a:buClr>
              <a:buSzPts val="1000"/>
              <a:buNone/>
              <a:defRPr sz="1000">
                <a:solidFill>
                  <a:srgbClr val="000000"/>
                </a:solidFill>
              </a:defRPr>
            </a:lvl9pPr>
          </a:lstStyle>
          <a:p/>
        </p:txBody>
      </p:sp>
      <p:sp>
        <p:nvSpPr>
          <p:cNvPr id="91" name="Google Shape;91;p24"/>
          <p:cNvSpPr txBox="1"/>
          <p:nvPr>
            <p:ph idx="2" type="ctrTitle"/>
          </p:nvPr>
        </p:nvSpPr>
        <p:spPr>
          <a:xfrm>
            <a:off x="1579064" y="1762400"/>
            <a:ext cx="2619300" cy="3849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2" name="Google Shape;92;p24"/>
          <p:cNvSpPr txBox="1"/>
          <p:nvPr>
            <p:ph idx="3" type="subTitle"/>
          </p:nvPr>
        </p:nvSpPr>
        <p:spPr>
          <a:xfrm>
            <a:off x="4068269" y="2147200"/>
            <a:ext cx="1626600" cy="11124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000">
                <a:solidFill>
                  <a:srgbClr val="000000"/>
                </a:solidFill>
              </a:defRPr>
            </a:lvl1pPr>
            <a:lvl2pPr lvl="1" algn="r">
              <a:lnSpc>
                <a:spcPct val="100000"/>
              </a:lnSpc>
              <a:spcBef>
                <a:spcPts val="0"/>
              </a:spcBef>
              <a:spcAft>
                <a:spcPts val="0"/>
              </a:spcAft>
              <a:buClr>
                <a:srgbClr val="000000"/>
              </a:buClr>
              <a:buSzPts val="1000"/>
              <a:buNone/>
              <a:defRPr sz="1000">
                <a:solidFill>
                  <a:srgbClr val="000000"/>
                </a:solidFill>
              </a:defRPr>
            </a:lvl2pPr>
            <a:lvl3pPr lvl="2" algn="r">
              <a:lnSpc>
                <a:spcPct val="100000"/>
              </a:lnSpc>
              <a:spcBef>
                <a:spcPts val="0"/>
              </a:spcBef>
              <a:spcAft>
                <a:spcPts val="0"/>
              </a:spcAft>
              <a:buClr>
                <a:srgbClr val="000000"/>
              </a:buClr>
              <a:buSzPts val="1000"/>
              <a:buNone/>
              <a:defRPr sz="1000">
                <a:solidFill>
                  <a:srgbClr val="000000"/>
                </a:solidFill>
              </a:defRPr>
            </a:lvl3pPr>
            <a:lvl4pPr lvl="3" algn="r">
              <a:lnSpc>
                <a:spcPct val="100000"/>
              </a:lnSpc>
              <a:spcBef>
                <a:spcPts val="0"/>
              </a:spcBef>
              <a:spcAft>
                <a:spcPts val="0"/>
              </a:spcAft>
              <a:buClr>
                <a:srgbClr val="000000"/>
              </a:buClr>
              <a:buSzPts val="1000"/>
              <a:buNone/>
              <a:defRPr sz="1000">
                <a:solidFill>
                  <a:srgbClr val="000000"/>
                </a:solidFill>
              </a:defRPr>
            </a:lvl4pPr>
            <a:lvl5pPr lvl="4" algn="r">
              <a:lnSpc>
                <a:spcPct val="100000"/>
              </a:lnSpc>
              <a:spcBef>
                <a:spcPts val="0"/>
              </a:spcBef>
              <a:spcAft>
                <a:spcPts val="0"/>
              </a:spcAft>
              <a:buClr>
                <a:srgbClr val="000000"/>
              </a:buClr>
              <a:buSzPts val="1000"/>
              <a:buNone/>
              <a:defRPr sz="1000">
                <a:solidFill>
                  <a:srgbClr val="000000"/>
                </a:solidFill>
              </a:defRPr>
            </a:lvl5pPr>
            <a:lvl6pPr lvl="5" algn="r">
              <a:lnSpc>
                <a:spcPct val="100000"/>
              </a:lnSpc>
              <a:spcBef>
                <a:spcPts val="0"/>
              </a:spcBef>
              <a:spcAft>
                <a:spcPts val="0"/>
              </a:spcAft>
              <a:buClr>
                <a:srgbClr val="000000"/>
              </a:buClr>
              <a:buSzPts val="1000"/>
              <a:buNone/>
              <a:defRPr sz="1000">
                <a:solidFill>
                  <a:srgbClr val="000000"/>
                </a:solidFill>
              </a:defRPr>
            </a:lvl6pPr>
            <a:lvl7pPr lvl="6" algn="r">
              <a:lnSpc>
                <a:spcPct val="100000"/>
              </a:lnSpc>
              <a:spcBef>
                <a:spcPts val="0"/>
              </a:spcBef>
              <a:spcAft>
                <a:spcPts val="0"/>
              </a:spcAft>
              <a:buClr>
                <a:srgbClr val="000000"/>
              </a:buClr>
              <a:buSzPts val="1000"/>
              <a:buNone/>
              <a:defRPr sz="1000">
                <a:solidFill>
                  <a:srgbClr val="000000"/>
                </a:solidFill>
              </a:defRPr>
            </a:lvl7pPr>
            <a:lvl8pPr lvl="7" algn="r">
              <a:lnSpc>
                <a:spcPct val="100000"/>
              </a:lnSpc>
              <a:spcBef>
                <a:spcPts val="0"/>
              </a:spcBef>
              <a:spcAft>
                <a:spcPts val="0"/>
              </a:spcAft>
              <a:buClr>
                <a:srgbClr val="000000"/>
              </a:buClr>
              <a:buSzPts val="1000"/>
              <a:buNone/>
              <a:defRPr sz="1000">
                <a:solidFill>
                  <a:srgbClr val="000000"/>
                </a:solidFill>
              </a:defRPr>
            </a:lvl8pPr>
            <a:lvl9pPr lvl="8" algn="r">
              <a:lnSpc>
                <a:spcPct val="100000"/>
              </a:lnSpc>
              <a:spcBef>
                <a:spcPts val="0"/>
              </a:spcBef>
              <a:spcAft>
                <a:spcPts val="0"/>
              </a:spcAft>
              <a:buClr>
                <a:srgbClr val="000000"/>
              </a:buClr>
              <a:buSzPts val="1000"/>
              <a:buNone/>
              <a:defRPr sz="1000">
                <a:solidFill>
                  <a:srgbClr val="000000"/>
                </a:solidFill>
              </a:defRPr>
            </a:lvl9pPr>
          </a:lstStyle>
          <a:p/>
        </p:txBody>
      </p:sp>
      <p:sp>
        <p:nvSpPr>
          <p:cNvPr id="93" name="Google Shape;93;p24"/>
          <p:cNvSpPr txBox="1"/>
          <p:nvPr>
            <p:ph idx="4" type="ctrTitle"/>
          </p:nvPr>
        </p:nvSpPr>
        <p:spPr>
          <a:xfrm>
            <a:off x="3075567" y="1762400"/>
            <a:ext cx="2619300" cy="384900"/>
          </a:xfrm>
          <a:prstGeom prst="rect">
            <a:avLst/>
          </a:prstGeom>
          <a:ln>
            <a:noFill/>
          </a:ln>
        </p:spPr>
        <p:txBody>
          <a:bodyPr anchorCtr="0" anchor="b" bIns="91425" lIns="91425" spcFirstLastPara="1" rIns="91425" wrap="square" tIns="91425">
            <a:noAutofit/>
          </a:bodyPr>
          <a:lstStyle>
            <a:lvl1pPr lvl="0" algn="r">
              <a:spcBef>
                <a:spcPts val="0"/>
              </a:spcBef>
              <a:spcAft>
                <a:spcPts val="0"/>
              </a:spcAft>
              <a:buSzPts val="1800"/>
              <a:buNone/>
              <a:defRPr sz="1800"/>
            </a:lvl1pPr>
            <a:lvl2pPr lvl="1" algn="r">
              <a:spcBef>
                <a:spcPts val="0"/>
              </a:spcBef>
              <a:spcAft>
                <a:spcPts val="0"/>
              </a:spcAft>
              <a:buSzPts val="1800"/>
              <a:buNone/>
              <a:defRPr sz="1800"/>
            </a:lvl2pPr>
            <a:lvl3pPr lvl="2" algn="r">
              <a:spcBef>
                <a:spcPts val="0"/>
              </a:spcBef>
              <a:spcAft>
                <a:spcPts val="0"/>
              </a:spcAft>
              <a:buSzPts val="1800"/>
              <a:buNone/>
              <a:defRPr sz="1800"/>
            </a:lvl3pPr>
            <a:lvl4pPr lvl="3" algn="r">
              <a:spcBef>
                <a:spcPts val="0"/>
              </a:spcBef>
              <a:spcAft>
                <a:spcPts val="0"/>
              </a:spcAft>
              <a:buSzPts val="1800"/>
              <a:buNone/>
              <a:defRPr sz="1800"/>
            </a:lvl4pPr>
            <a:lvl5pPr lvl="4" algn="r">
              <a:spcBef>
                <a:spcPts val="0"/>
              </a:spcBef>
              <a:spcAft>
                <a:spcPts val="0"/>
              </a:spcAft>
              <a:buSzPts val="1800"/>
              <a:buNone/>
              <a:defRPr sz="1800"/>
            </a:lvl5pPr>
            <a:lvl6pPr lvl="5" algn="r">
              <a:spcBef>
                <a:spcPts val="0"/>
              </a:spcBef>
              <a:spcAft>
                <a:spcPts val="0"/>
              </a:spcAft>
              <a:buSzPts val="1800"/>
              <a:buNone/>
              <a:defRPr sz="1800"/>
            </a:lvl6pPr>
            <a:lvl7pPr lvl="6" algn="r">
              <a:spcBef>
                <a:spcPts val="0"/>
              </a:spcBef>
              <a:spcAft>
                <a:spcPts val="0"/>
              </a:spcAft>
              <a:buSzPts val="1800"/>
              <a:buNone/>
              <a:defRPr sz="1800"/>
            </a:lvl7pPr>
            <a:lvl8pPr lvl="7" algn="r">
              <a:spcBef>
                <a:spcPts val="0"/>
              </a:spcBef>
              <a:spcAft>
                <a:spcPts val="0"/>
              </a:spcAft>
              <a:buSzPts val="1800"/>
              <a:buNone/>
              <a:defRPr sz="1800"/>
            </a:lvl8pPr>
            <a:lvl9pPr lvl="8" algn="r">
              <a:spcBef>
                <a:spcPts val="0"/>
              </a:spcBef>
              <a:spcAft>
                <a:spcPts val="0"/>
              </a:spcAft>
              <a:buSzPts val="1800"/>
              <a:buNone/>
              <a:defRPr sz="18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94" name="Shape 94"/>
        <p:cNvGrpSpPr/>
        <p:nvPr/>
      </p:nvGrpSpPr>
      <p:grpSpPr>
        <a:xfrm>
          <a:off x="0" y="0"/>
          <a:ext cx="0" cy="0"/>
          <a:chOff x="0" y="0"/>
          <a:chExt cx="0" cy="0"/>
        </a:xfrm>
      </p:grpSpPr>
      <p:sp>
        <p:nvSpPr>
          <p:cNvPr id="95" name="Google Shape;95;p25"/>
          <p:cNvSpPr txBox="1"/>
          <p:nvPr>
            <p:ph type="ctrTitle"/>
          </p:nvPr>
        </p:nvSpPr>
        <p:spPr>
          <a:xfrm>
            <a:off x="4921575" y="2993035"/>
            <a:ext cx="1828200" cy="644700"/>
          </a:xfrm>
          <a:prstGeom prst="rect">
            <a:avLst/>
          </a:prstGeom>
          <a:ln>
            <a:noFill/>
          </a:ln>
        </p:spPr>
        <p:txBody>
          <a:bodyPr anchorCtr="0" anchor="b" bIns="91425" lIns="91425" spcFirstLastPara="1" rIns="91425" wrap="square" tIns="91425">
            <a:noAutofit/>
          </a:bodyPr>
          <a:lstStyle>
            <a:lvl1pPr lvl="0">
              <a:spcBef>
                <a:spcPts val="0"/>
              </a:spcBef>
              <a:spcAft>
                <a:spcPts val="0"/>
              </a:spcAft>
              <a:buClr>
                <a:srgbClr val="F3F3F3"/>
              </a:buClr>
              <a:buSzPts val="1800"/>
              <a:buNone/>
              <a:defRPr sz="1800">
                <a:solidFill>
                  <a:srgbClr val="F3F3F3"/>
                </a:solidFill>
              </a:defRPr>
            </a:lvl1pPr>
            <a:lvl2pPr lvl="1">
              <a:spcBef>
                <a:spcPts val="0"/>
              </a:spcBef>
              <a:spcAft>
                <a:spcPts val="0"/>
              </a:spcAft>
              <a:buClr>
                <a:srgbClr val="F3F3F3"/>
              </a:buClr>
              <a:buSzPts val="1800"/>
              <a:buNone/>
              <a:defRPr sz="1800">
                <a:solidFill>
                  <a:srgbClr val="F3F3F3"/>
                </a:solidFill>
              </a:defRPr>
            </a:lvl2pPr>
            <a:lvl3pPr lvl="2">
              <a:spcBef>
                <a:spcPts val="0"/>
              </a:spcBef>
              <a:spcAft>
                <a:spcPts val="0"/>
              </a:spcAft>
              <a:buClr>
                <a:srgbClr val="F3F3F3"/>
              </a:buClr>
              <a:buSzPts val="1800"/>
              <a:buNone/>
              <a:defRPr sz="1800">
                <a:solidFill>
                  <a:srgbClr val="F3F3F3"/>
                </a:solidFill>
              </a:defRPr>
            </a:lvl3pPr>
            <a:lvl4pPr lvl="3">
              <a:spcBef>
                <a:spcPts val="0"/>
              </a:spcBef>
              <a:spcAft>
                <a:spcPts val="0"/>
              </a:spcAft>
              <a:buClr>
                <a:srgbClr val="F3F3F3"/>
              </a:buClr>
              <a:buSzPts val="1800"/>
              <a:buNone/>
              <a:defRPr sz="1800">
                <a:solidFill>
                  <a:srgbClr val="F3F3F3"/>
                </a:solidFill>
              </a:defRPr>
            </a:lvl4pPr>
            <a:lvl5pPr lvl="4">
              <a:spcBef>
                <a:spcPts val="0"/>
              </a:spcBef>
              <a:spcAft>
                <a:spcPts val="0"/>
              </a:spcAft>
              <a:buClr>
                <a:srgbClr val="F3F3F3"/>
              </a:buClr>
              <a:buSzPts val="1800"/>
              <a:buNone/>
              <a:defRPr sz="1800">
                <a:solidFill>
                  <a:srgbClr val="F3F3F3"/>
                </a:solidFill>
              </a:defRPr>
            </a:lvl5pPr>
            <a:lvl6pPr lvl="5">
              <a:spcBef>
                <a:spcPts val="0"/>
              </a:spcBef>
              <a:spcAft>
                <a:spcPts val="0"/>
              </a:spcAft>
              <a:buClr>
                <a:srgbClr val="F3F3F3"/>
              </a:buClr>
              <a:buSzPts val="1800"/>
              <a:buNone/>
              <a:defRPr sz="1800">
                <a:solidFill>
                  <a:srgbClr val="F3F3F3"/>
                </a:solidFill>
              </a:defRPr>
            </a:lvl6pPr>
            <a:lvl7pPr lvl="6">
              <a:spcBef>
                <a:spcPts val="0"/>
              </a:spcBef>
              <a:spcAft>
                <a:spcPts val="0"/>
              </a:spcAft>
              <a:buClr>
                <a:srgbClr val="F3F3F3"/>
              </a:buClr>
              <a:buSzPts val="1800"/>
              <a:buNone/>
              <a:defRPr sz="1800">
                <a:solidFill>
                  <a:srgbClr val="F3F3F3"/>
                </a:solidFill>
              </a:defRPr>
            </a:lvl7pPr>
            <a:lvl8pPr lvl="7">
              <a:spcBef>
                <a:spcPts val="0"/>
              </a:spcBef>
              <a:spcAft>
                <a:spcPts val="0"/>
              </a:spcAft>
              <a:buClr>
                <a:srgbClr val="F3F3F3"/>
              </a:buClr>
              <a:buSzPts val="1800"/>
              <a:buNone/>
              <a:defRPr sz="1800">
                <a:solidFill>
                  <a:srgbClr val="F3F3F3"/>
                </a:solidFill>
              </a:defRPr>
            </a:lvl8pPr>
            <a:lvl9pPr lvl="8">
              <a:spcBef>
                <a:spcPts val="0"/>
              </a:spcBef>
              <a:spcAft>
                <a:spcPts val="0"/>
              </a:spcAft>
              <a:buClr>
                <a:srgbClr val="F3F3F3"/>
              </a:buClr>
              <a:buSzPts val="1800"/>
              <a:buNone/>
              <a:defRPr sz="1800">
                <a:solidFill>
                  <a:srgbClr val="F3F3F3"/>
                </a:solidFill>
              </a:defRPr>
            </a:lvl9pPr>
          </a:lstStyle>
          <a:p/>
        </p:txBody>
      </p:sp>
      <p:sp>
        <p:nvSpPr>
          <p:cNvPr id="96" name="Google Shape;96;p25"/>
          <p:cNvSpPr txBox="1"/>
          <p:nvPr>
            <p:ph idx="1" type="subTitle"/>
          </p:nvPr>
        </p:nvSpPr>
        <p:spPr>
          <a:xfrm>
            <a:off x="4921575" y="3553810"/>
            <a:ext cx="1522200" cy="946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sz="1000">
                <a:solidFill>
                  <a:srgbClr val="000000"/>
                </a:solidFill>
              </a:defRPr>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97" name="Google Shape;97;p25"/>
          <p:cNvSpPr txBox="1"/>
          <p:nvPr>
            <p:ph idx="2" type="ctrTitle"/>
          </p:nvPr>
        </p:nvSpPr>
        <p:spPr>
          <a:xfrm>
            <a:off x="906139" y="2993035"/>
            <a:ext cx="1828200" cy="644700"/>
          </a:xfrm>
          <a:prstGeom prst="rect">
            <a:avLst/>
          </a:prstGeom>
          <a:ln>
            <a:noFill/>
          </a:ln>
        </p:spPr>
        <p:txBody>
          <a:bodyPr anchorCtr="0" anchor="b" bIns="91425" lIns="91425" spcFirstLastPara="1" rIns="91425" wrap="square" tIns="91425">
            <a:noAutofit/>
          </a:bodyPr>
          <a:lstStyle>
            <a:lvl1pPr lvl="0">
              <a:spcBef>
                <a:spcPts val="0"/>
              </a:spcBef>
              <a:spcAft>
                <a:spcPts val="0"/>
              </a:spcAft>
              <a:buClr>
                <a:srgbClr val="F3F3F3"/>
              </a:buClr>
              <a:buSzPts val="1800"/>
              <a:buNone/>
              <a:defRPr sz="1800">
                <a:solidFill>
                  <a:srgbClr val="F3F3F3"/>
                </a:solidFill>
              </a:defRPr>
            </a:lvl1pPr>
            <a:lvl2pPr lvl="1">
              <a:spcBef>
                <a:spcPts val="0"/>
              </a:spcBef>
              <a:spcAft>
                <a:spcPts val="0"/>
              </a:spcAft>
              <a:buClr>
                <a:srgbClr val="F3F3F3"/>
              </a:buClr>
              <a:buSzPts val="1800"/>
              <a:buNone/>
              <a:defRPr sz="1800">
                <a:solidFill>
                  <a:srgbClr val="F3F3F3"/>
                </a:solidFill>
              </a:defRPr>
            </a:lvl2pPr>
            <a:lvl3pPr lvl="2">
              <a:spcBef>
                <a:spcPts val="0"/>
              </a:spcBef>
              <a:spcAft>
                <a:spcPts val="0"/>
              </a:spcAft>
              <a:buClr>
                <a:srgbClr val="F3F3F3"/>
              </a:buClr>
              <a:buSzPts val="1800"/>
              <a:buNone/>
              <a:defRPr sz="1800">
                <a:solidFill>
                  <a:srgbClr val="F3F3F3"/>
                </a:solidFill>
              </a:defRPr>
            </a:lvl3pPr>
            <a:lvl4pPr lvl="3">
              <a:spcBef>
                <a:spcPts val="0"/>
              </a:spcBef>
              <a:spcAft>
                <a:spcPts val="0"/>
              </a:spcAft>
              <a:buClr>
                <a:srgbClr val="F3F3F3"/>
              </a:buClr>
              <a:buSzPts val="1800"/>
              <a:buNone/>
              <a:defRPr sz="1800">
                <a:solidFill>
                  <a:srgbClr val="F3F3F3"/>
                </a:solidFill>
              </a:defRPr>
            </a:lvl4pPr>
            <a:lvl5pPr lvl="4">
              <a:spcBef>
                <a:spcPts val="0"/>
              </a:spcBef>
              <a:spcAft>
                <a:spcPts val="0"/>
              </a:spcAft>
              <a:buClr>
                <a:srgbClr val="F3F3F3"/>
              </a:buClr>
              <a:buSzPts val="1800"/>
              <a:buNone/>
              <a:defRPr sz="1800">
                <a:solidFill>
                  <a:srgbClr val="F3F3F3"/>
                </a:solidFill>
              </a:defRPr>
            </a:lvl5pPr>
            <a:lvl6pPr lvl="5">
              <a:spcBef>
                <a:spcPts val="0"/>
              </a:spcBef>
              <a:spcAft>
                <a:spcPts val="0"/>
              </a:spcAft>
              <a:buClr>
                <a:srgbClr val="F3F3F3"/>
              </a:buClr>
              <a:buSzPts val="1800"/>
              <a:buNone/>
              <a:defRPr sz="1800">
                <a:solidFill>
                  <a:srgbClr val="F3F3F3"/>
                </a:solidFill>
              </a:defRPr>
            </a:lvl6pPr>
            <a:lvl7pPr lvl="6">
              <a:spcBef>
                <a:spcPts val="0"/>
              </a:spcBef>
              <a:spcAft>
                <a:spcPts val="0"/>
              </a:spcAft>
              <a:buClr>
                <a:srgbClr val="F3F3F3"/>
              </a:buClr>
              <a:buSzPts val="1800"/>
              <a:buNone/>
              <a:defRPr sz="1800">
                <a:solidFill>
                  <a:srgbClr val="F3F3F3"/>
                </a:solidFill>
              </a:defRPr>
            </a:lvl7pPr>
            <a:lvl8pPr lvl="7">
              <a:spcBef>
                <a:spcPts val="0"/>
              </a:spcBef>
              <a:spcAft>
                <a:spcPts val="0"/>
              </a:spcAft>
              <a:buClr>
                <a:srgbClr val="F3F3F3"/>
              </a:buClr>
              <a:buSzPts val="1800"/>
              <a:buNone/>
              <a:defRPr sz="1800">
                <a:solidFill>
                  <a:srgbClr val="F3F3F3"/>
                </a:solidFill>
              </a:defRPr>
            </a:lvl8pPr>
            <a:lvl9pPr lvl="8">
              <a:spcBef>
                <a:spcPts val="0"/>
              </a:spcBef>
              <a:spcAft>
                <a:spcPts val="0"/>
              </a:spcAft>
              <a:buClr>
                <a:srgbClr val="F3F3F3"/>
              </a:buClr>
              <a:buSzPts val="1800"/>
              <a:buNone/>
              <a:defRPr sz="1800">
                <a:solidFill>
                  <a:srgbClr val="F3F3F3"/>
                </a:solidFill>
              </a:defRPr>
            </a:lvl9pPr>
          </a:lstStyle>
          <a:p/>
        </p:txBody>
      </p:sp>
      <p:sp>
        <p:nvSpPr>
          <p:cNvPr id="98" name="Google Shape;98;p25"/>
          <p:cNvSpPr txBox="1"/>
          <p:nvPr>
            <p:ph idx="3" type="subTitle"/>
          </p:nvPr>
        </p:nvSpPr>
        <p:spPr>
          <a:xfrm>
            <a:off x="906139" y="3553810"/>
            <a:ext cx="1522200" cy="946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sz="1000">
                <a:solidFill>
                  <a:srgbClr val="000000"/>
                </a:solidFill>
              </a:defRPr>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99" name="Google Shape;99;p25"/>
          <p:cNvSpPr txBox="1"/>
          <p:nvPr>
            <p:ph idx="4" type="ctrTitle"/>
          </p:nvPr>
        </p:nvSpPr>
        <p:spPr>
          <a:xfrm rot="5400000">
            <a:off x="6685437" y="1646270"/>
            <a:ext cx="2913300" cy="4875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25"/>
          <p:cNvSpPr txBox="1"/>
          <p:nvPr>
            <p:ph idx="5" type="ctrTitle"/>
          </p:nvPr>
        </p:nvSpPr>
        <p:spPr>
          <a:xfrm>
            <a:off x="2928557" y="2993035"/>
            <a:ext cx="1798800" cy="644700"/>
          </a:xfrm>
          <a:prstGeom prst="rect">
            <a:avLst/>
          </a:prstGeom>
          <a:ln>
            <a:noFill/>
          </a:ln>
        </p:spPr>
        <p:txBody>
          <a:bodyPr anchorCtr="0" anchor="b" bIns="91425" lIns="91425" spcFirstLastPara="1" rIns="91425" wrap="square" tIns="91425">
            <a:noAutofit/>
          </a:bodyPr>
          <a:lstStyle>
            <a:lvl1pPr lvl="0">
              <a:spcBef>
                <a:spcPts val="0"/>
              </a:spcBef>
              <a:spcAft>
                <a:spcPts val="0"/>
              </a:spcAft>
              <a:buClr>
                <a:srgbClr val="F3F3F3"/>
              </a:buClr>
              <a:buSzPts val="1800"/>
              <a:buNone/>
              <a:defRPr sz="1800">
                <a:solidFill>
                  <a:srgbClr val="F3F3F3"/>
                </a:solidFill>
              </a:defRPr>
            </a:lvl1pPr>
            <a:lvl2pPr lvl="1">
              <a:spcBef>
                <a:spcPts val="0"/>
              </a:spcBef>
              <a:spcAft>
                <a:spcPts val="0"/>
              </a:spcAft>
              <a:buClr>
                <a:srgbClr val="F3F3F3"/>
              </a:buClr>
              <a:buSzPts val="1800"/>
              <a:buNone/>
              <a:defRPr sz="1800">
                <a:solidFill>
                  <a:srgbClr val="F3F3F3"/>
                </a:solidFill>
              </a:defRPr>
            </a:lvl2pPr>
            <a:lvl3pPr lvl="2">
              <a:spcBef>
                <a:spcPts val="0"/>
              </a:spcBef>
              <a:spcAft>
                <a:spcPts val="0"/>
              </a:spcAft>
              <a:buClr>
                <a:srgbClr val="F3F3F3"/>
              </a:buClr>
              <a:buSzPts val="1800"/>
              <a:buNone/>
              <a:defRPr sz="1800">
                <a:solidFill>
                  <a:srgbClr val="F3F3F3"/>
                </a:solidFill>
              </a:defRPr>
            </a:lvl3pPr>
            <a:lvl4pPr lvl="3">
              <a:spcBef>
                <a:spcPts val="0"/>
              </a:spcBef>
              <a:spcAft>
                <a:spcPts val="0"/>
              </a:spcAft>
              <a:buClr>
                <a:srgbClr val="F3F3F3"/>
              </a:buClr>
              <a:buSzPts val="1800"/>
              <a:buNone/>
              <a:defRPr sz="1800">
                <a:solidFill>
                  <a:srgbClr val="F3F3F3"/>
                </a:solidFill>
              </a:defRPr>
            </a:lvl4pPr>
            <a:lvl5pPr lvl="4">
              <a:spcBef>
                <a:spcPts val="0"/>
              </a:spcBef>
              <a:spcAft>
                <a:spcPts val="0"/>
              </a:spcAft>
              <a:buClr>
                <a:srgbClr val="F3F3F3"/>
              </a:buClr>
              <a:buSzPts val="1800"/>
              <a:buNone/>
              <a:defRPr sz="1800">
                <a:solidFill>
                  <a:srgbClr val="F3F3F3"/>
                </a:solidFill>
              </a:defRPr>
            </a:lvl5pPr>
            <a:lvl6pPr lvl="5">
              <a:spcBef>
                <a:spcPts val="0"/>
              </a:spcBef>
              <a:spcAft>
                <a:spcPts val="0"/>
              </a:spcAft>
              <a:buClr>
                <a:srgbClr val="F3F3F3"/>
              </a:buClr>
              <a:buSzPts val="1800"/>
              <a:buNone/>
              <a:defRPr sz="1800">
                <a:solidFill>
                  <a:srgbClr val="F3F3F3"/>
                </a:solidFill>
              </a:defRPr>
            </a:lvl6pPr>
            <a:lvl7pPr lvl="6">
              <a:spcBef>
                <a:spcPts val="0"/>
              </a:spcBef>
              <a:spcAft>
                <a:spcPts val="0"/>
              </a:spcAft>
              <a:buClr>
                <a:srgbClr val="F3F3F3"/>
              </a:buClr>
              <a:buSzPts val="1800"/>
              <a:buNone/>
              <a:defRPr sz="1800">
                <a:solidFill>
                  <a:srgbClr val="F3F3F3"/>
                </a:solidFill>
              </a:defRPr>
            </a:lvl7pPr>
            <a:lvl8pPr lvl="7">
              <a:spcBef>
                <a:spcPts val="0"/>
              </a:spcBef>
              <a:spcAft>
                <a:spcPts val="0"/>
              </a:spcAft>
              <a:buClr>
                <a:srgbClr val="F3F3F3"/>
              </a:buClr>
              <a:buSzPts val="1800"/>
              <a:buNone/>
              <a:defRPr sz="1800">
                <a:solidFill>
                  <a:srgbClr val="F3F3F3"/>
                </a:solidFill>
              </a:defRPr>
            </a:lvl8pPr>
            <a:lvl9pPr lvl="8">
              <a:spcBef>
                <a:spcPts val="0"/>
              </a:spcBef>
              <a:spcAft>
                <a:spcPts val="0"/>
              </a:spcAft>
              <a:buClr>
                <a:srgbClr val="F3F3F3"/>
              </a:buClr>
              <a:buSzPts val="1800"/>
              <a:buNone/>
              <a:defRPr sz="1800">
                <a:solidFill>
                  <a:srgbClr val="F3F3F3"/>
                </a:solidFill>
              </a:defRPr>
            </a:lvl9pPr>
          </a:lstStyle>
          <a:p/>
        </p:txBody>
      </p:sp>
      <p:sp>
        <p:nvSpPr>
          <p:cNvPr id="101" name="Google Shape;101;p25"/>
          <p:cNvSpPr txBox="1"/>
          <p:nvPr>
            <p:ph idx="6" type="subTitle"/>
          </p:nvPr>
        </p:nvSpPr>
        <p:spPr>
          <a:xfrm>
            <a:off x="2928550" y="3553810"/>
            <a:ext cx="1476300" cy="946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sz="1000">
                <a:solidFill>
                  <a:srgbClr val="000000"/>
                </a:solidFill>
              </a:defRPr>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02" name="Shape 102"/>
        <p:cNvGrpSpPr/>
        <p:nvPr/>
      </p:nvGrpSpPr>
      <p:grpSpPr>
        <a:xfrm>
          <a:off x="0" y="0"/>
          <a:ext cx="0" cy="0"/>
          <a:chOff x="0" y="0"/>
          <a:chExt cx="0" cy="0"/>
        </a:xfrm>
      </p:grpSpPr>
      <p:sp>
        <p:nvSpPr>
          <p:cNvPr id="103" name="Google Shape;103;p26"/>
          <p:cNvSpPr txBox="1"/>
          <p:nvPr>
            <p:ph idx="1" type="subTitle"/>
          </p:nvPr>
        </p:nvSpPr>
        <p:spPr>
          <a:xfrm flipH="1">
            <a:off x="840600" y="2432150"/>
            <a:ext cx="1650300" cy="7536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000">
                <a:solidFill>
                  <a:srgbClr val="000000"/>
                </a:solidFill>
              </a:defRPr>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104" name="Google Shape;104;p26"/>
          <p:cNvSpPr txBox="1"/>
          <p:nvPr>
            <p:ph idx="2" type="subTitle"/>
          </p:nvPr>
        </p:nvSpPr>
        <p:spPr>
          <a:xfrm>
            <a:off x="4702174" y="1049093"/>
            <a:ext cx="1960200" cy="111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000000"/>
              </a:buClr>
              <a:buSzPts val="1000"/>
              <a:buNone/>
              <a:defRPr sz="1000">
                <a:solidFill>
                  <a:srgbClr val="000000"/>
                </a:solidFill>
              </a:defRPr>
            </a:lvl1pPr>
            <a:lvl2pPr lvl="1">
              <a:lnSpc>
                <a:spcPct val="100000"/>
              </a:lnSpc>
              <a:spcBef>
                <a:spcPts val="0"/>
              </a:spcBef>
              <a:spcAft>
                <a:spcPts val="0"/>
              </a:spcAft>
              <a:buClr>
                <a:srgbClr val="000000"/>
              </a:buClr>
              <a:buSzPts val="1000"/>
              <a:buNone/>
              <a:defRPr sz="1000">
                <a:solidFill>
                  <a:srgbClr val="000000"/>
                </a:solidFill>
              </a:defRPr>
            </a:lvl2pPr>
            <a:lvl3pPr lvl="2">
              <a:lnSpc>
                <a:spcPct val="100000"/>
              </a:lnSpc>
              <a:spcBef>
                <a:spcPts val="0"/>
              </a:spcBef>
              <a:spcAft>
                <a:spcPts val="0"/>
              </a:spcAft>
              <a:buClr>
                <a:srgbClr val="000000"/>
              </a:buClr>
              <a:buSzPts val="1000"/>
              <a:buNone/>
              <a:defRPr sz="1000">
                <a:solidFill>
                  <a:srgbClr val="000000"/>
                </a:solidFill>
              </a:defRPr>
            </a:lvl3pPr>
            <a:lvl4pPr lvl="3">
              <a:lnSpc>
                <a:spcPct val="100000"/>
              </a:lnSpc>
              <a:spcBef>
                <a:spcPts val="0"/>
              </a:spcBef>
              <a:spcAft>
                <a:spcPts val="0"/>
              </a:spcAft>
              <a:buClr>
                <a:srgbClr val="000000"/>
              </a:buClr>
              <a:buSzPts val="1000"/>
              <a:buNone/>
              <a:defRPr sz="1000">
                <a:solidFill>
                  <a:srgbClr val="000000"/>
                </a:solidFill>
              </a:defRPr>
            </a:lvl4pPr>
            <a:lvl5pPr lvl="4">
              <a:lnSpc>
                <a:spcPct val="100000"/>
              </a:lnSpc>
              <a:spcBef>
                <a:spcPts val="0"/>
              </a:spcBef>
              <a:spcAft>
                <a:spcPts val="0"/>
              </a:spcAft>
              <a:buClr>
                <a:srgbClr val="000000"/>
              </a:buClr>
              <a:buSzPts val="1000"/>
              <a:buNone/>
              <a:defRPr sz="1000">
                <a:solidFill>
                  <a:srgbClr val="000000"/>
                </a:solidFill>
              </a:defRPr>
            </a:lvl5pPr>
            <a:lvl6pPr lvl="5">
              <a:lnSpc>
                <a:spcPct val="100000"/>
              </a:lnSpc>
              <a:spcBef>
                <a:spcPts val="0"/>
              </a:spcBef>
              <a:spcAft>
                <a:spcPts val="0"/>
              </a:spcAft>
              <a:buClr>
                <a:srgbClr val="000000"/>
              </a:buClr>
              <a:buSzPts val="1000"/>
              <a:buNone/>
              <a:defRPr sz="1000">
                <a:solidFill>
                  <a:srgbClr val="000000"/>
                </a:solidFill>
              </a:defRPr>
            </a:lvl6pPr>
            <a:lvl7pPr lvl="6">
              <a:lnSpc>
                <a:spcPct val="100000"/>
              </a:lnSpc>
              <a:spcBef>
                <a:spcPts val="0"/>
              </a:spcBef>
              <a:spcAft>
                <a:spcPts val="0"/>
              </a:spcAft>
              <a:buClr>
                <a:srgbClr val="000000"/>
              </a:buClr>
              <a:buSzPts val="1000"/>
              <a:buNone/>
              <a:defRPr sz="1000">
                <a:solidFill>
                  <a:srgbClr val="000000"/>
                </a:solidFill>
              </a:defRPr>
            </a:lvl7pPr>
            <a:lvl8pPr lvl="7">
              <a:lnSpc>
                <a:spcPct val="100000"/>
              </a:lnSpc>
              <a:spcBef>
                <a:spcPts val="0"/>
              </a:spcBef>
              <a:spcAft>
                <a:spcPts val="0"/>
              </a:spcAft>
              <a:buClr>
                <a:srgbClr val="000000"/>
              </a:buClr>
              <a:buSzPts val="1000"/>
              <a:buNone/>
              <a:defRPr sz="1000">
                <a:solidFill>
                  <a:srgbClr val="000000"/>
                </a:solidFill>
              </a:defRPr>
            </a:lvl8pPr>
            <a:lvl9pPr lvl="8">
              <a:lnSpc>
                <a:spcPct val="100000"/>
              </a:lnSpc>
              <a:spcBef>
                <a:spcPts val="0"/>
              </a:spcBef>
              <a:spcAft>
                <a:spcPts val="0"/>
              </a:spcAft>
              <a:buClr>
                <a:srgbClr val="000000"/>
              </a:buClr>
              <a:buSzPts val="1000"/>
              <a:buNone/>
              <a:defRPr sz="1000">
                <a:solidFill>
                  <a:srgbClr val="000000"/>
                </a:solidFill>
              </a:defRPr>
            </a:lvl9pPr>
          </a:lstStyle>
          <a:p/>
        </p:txBody>
      </p:sp>
      <p:sp>
        <p:nvSpPr>
          <p:cNvPr id="105" name="Google Shape;105;p26"/>
          <p:cNvSpPr txBox="1"/>
          <p:nvPr>
            <p:ph type="ctrTitle"/>
          </p:nvPr>
        </p:nvSpPr>
        <p:spPr>
          <a:xfrm>
            <a:off x="-533400" y="2047350"/>
            <a:ext cx="3024300" cy="384900"/>
          </a:xfrm>
          <a:prstGeom prst="rect">
            <a:avLst/>
          </a:prstGeom>
          <a:ln>
            <a:noFill/>
          </a:ln>
        </p:spPr>
        <p:txBody>
          <a:bodyPr anchorCtr="0" anchor="b" bIns="91425" lIns="91425" spcFirstLastPara="1" rIns="91425" wrap="square" tIns="91425">
            <a:noAutofit/>
          </a:bodyPr>
          <a:lstStyle>
            <a:lvl1pPr lvl="0" algn="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106" name="Google Shape;106;p26"/>
          <p:cNvSpPr txBox="1"/>
          <p:nvPr>
            <p:ph idx="3" type="ctrTitle"/>
          </p:nvPr>
        </p:nvSpPr>
        <p:spPr>
          <a:xfrm>
            <a:off x="4702174" y="664293"/>
            <a:ext cx="2619300" cy="3849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107" name="Google Shape;107;p26"/>
          <p:cNvSpPr txBox="1"/>
          <p:nvPr>
            <p:ph idx="4" type="subTitle"/>
          </p:nvPr>
        </p:nvSpPr>
        <p:spPr>
          <a:xfrm>
            <a:off x="4702174" y="3788925"/>
            <a:ext cx="2214900" cy="111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000000"/>
              </a:buClr>
              <a:buSzPts val="1000"/>
              <a:buNone/>
              <a:defRPr sz="1000">
                <a:solidFill>
                  <a:srgbClr val="000000"/>
                </a:solidFill>
              </a:defRPr>
            </a:lvl1pPr>
            <a:lvl2pPr lvl="1">
              <a:lnSpc>
                <a:spcPct val="100000"/>
              </a:lnSpc>
              <a:spcBef>
                <a:spcPts val="0"/>
              </a:spcBef>
              <a:spcAft>
                <a:spcPts val="0"/>
              </a:spcAft>
              <a:buClr>
                <a:srgbClr val="000000"/>
              </a:buClr>
              <a:buSzPts val="1000"/>
              <a:buNone/>
              <a:defRPr sz="1000">
                <a:solidFill>
                  <a:srgbClr val="000000"/>
                </a:solidFill>
              </a:defRPr>
            </a:lvl2pPr>
            <a:lvl3pPr lvl="2">
              <a:lnSpc>
                <a:spcPct val="100000"/>
              </a:lnSpc>
              <a:spcBef>
                <a:spcPts val="0"/>
              </a:spcBef>
              <a:spcAft>
                <a:spcPts val="0"/>
              </a:spcAft>
              <a:buClr>
                <a:srgbClr val="000000"/>
              </a:buClr>
              <a:buSzPts val="1000"/>
              <a:buNone/>
              <a:defRPr sz="1000">
                <a:solidFill>
                  <a:srgbClr val="000000"/>
                </a:solidFill>
              </a:defRPr>
            </a:lvl3pPr>
            <a:lvl4pPr lvl="3">
              <a:lnSpc>
                <a:spcPct val="100000"/>
              </a:lnSpc>
              <a:spcBef>
                <a:spcPts val="0"/>
              </a:spcBef>
              <a:spcAft>
                <a:spcPts val="0"/>
              </a:spcAft>
              <a:buClr>
                <a:srgbClr val="000000"/>
              </a:buClr>
              <a:buSzPts val="1000"/>
              <a:buNone/>
              <a:defRPr sz="1000">
                <a:solidFill>
                  <a:srgbClr val="000000"/>
                </a:solidFill>
              </a:defRPr>
            </a:lvl4pPr>
            <a:lvl5pPr lvl="4">
              <a:lnSpc>
                <a:spcPct val="100000"/>
              </a:lnSpc>
              <a:spcBef>
                <a:spcPts val="0"/>
              </a:spcBef>
              <a:spcAft>
                <a:spcPts val="0"/>
              </a:spcAft>
              <a:buClr>
                <a:srgbClr val="000000"/>
              </a:buClr>
              <a:buSzPts val="1000"/>
              <a:buNone/>
              <a:defRPr sz="1000">
                <a:solidFill>
                  <a:srgbClr val="000000"/>
                </a:solidFill>
              </a:defRPr>
            </a:lvl5pPr>
            <a:lvl6pPr lvl="5">
              <a:lnSpc>
                <a:spcPct val="100000"/>
              </a:lnSpc>
              <a:spcBef>
                <a:spcPts val="0"/>
              </a:spcBef>
              <a:spcAft>
                <a:spcPts val="0"/>
              </a:spcAft>
              <a:buClr>
                <a:srgbClr val="000000"/>
              </a:buClr>
              <a:buSzPts val="1000"/>
              <a:buNone/>
              <a:defRPr sz="1000">
                <a:solidFill>
                  <a:srgbClr val="000000"/>
                </a:solidFill>
              </a:defRPr>
            </a:lvl6pPr>
            <a:lvl7pPr lvl="6">
              <a:lnSpc>
                <a:spcPct val="100000"/>
              </a:lnSpc>
              <a:spcBef>
                <a:spcPts val="0"/>
              </a:spcBef>
              <a:spcAft>
                <a:spcPts val="0"/>
              </a:spcAft>
              <a:buClr>
                <a:srgbClr val="000000"/>
              </a:buClr>
              <a:buSzPts val="1000"/>
              <a:buNone/>
              <a:defRPr sz="1000">
                <a:solidFill>
                  <a:srgbClr val="000000"/>
                </a:solidFill>
              </a:defRPr>
            </a:lvl7pPr>
            <a:lvl8pPr lvl="7">
              <a:lnSpc>
                <a:spcPct val="100000"/>
              </a:lnSpc>
              <a:spcBef>
                <a:spcPts val="0"/>
              </a:spcBef>
              <a:spcAft>
                <a:spcPts val="0"/>
              </a:spcAft>
              <a:buClr>
                <a:srgbClr val="000000"/>
              </a:buClr>
              <a:buSzPts val="1000"/>
              <a:buNone/>
              <a:defRPr sz="1000">
                <a:solidFill>
                  <a:srgbClr val="000000"/>
                </a:solidFill>
              </a:defRPr>
            </a:lvl8pPr>
            <a:lvl9pPr lvl="8">
              <a:lnSpc>
                <a:spcPct val="100000"/>
              </a:lnSpc>
              <a:spcBef>
                <a:spcPts val="0"/>
              </a:spcBef>
              <a:spcAft>
                <a:spcPts val="0"/>
              </a:spcAft>
              <a:buClr>
                <a:srgbClr val="000000"/>
              </a:buClr>
              <a:buSzPts val="1000"/>
              <a:buNone/>
              <a:defRPr sz="1000">
                <a:solidFill>
                  <a:srgbClr val="000000"/>
                </a:solidFill>
              </a:defRPr>
            </a:lvl9pPr>
          </a:lstStyle>
          <a:p/>
        </p:txBody>
      </p:sp>
      <p:sp>
        <p:nvSpPr>
          <p:cNvPr id="108" name="Google Shape;108;p26"/>
          <p:cNvSpPr txBox="1"/>
          <p:nvPr>
            <p:ph idx="5" type="ctrTitle"/>
          </p:nvPr>
        </p:nvSpPr>
        <p:spPr>
          <a:xfrm>
            <a:off x="4702174" y="3389725"/>
            <a:ext cx="2475600" cy="3849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109" name="Google Shape;109;p26"/>
          <p:cNvSpPr txBox="1"/>
          <p:nvPr>
            <p:ph idx="6" type="ctrTitle"/>
          </p:nvPr>
        </p:nvSpPr>
        <p:spPr>
          <a:xfrm rot="5400000">
            <a:off x="6860962" y="1407498"/>
            <a:ext cx="2449800" cy="4875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10" name="Shape 110"/>
        <p:cNvGrpSpPr/>
        <p:nvPr/>
      </p:nvGrpSpPr>
      <p:grpSpPr>
        <a:xfrm>
          <a:off x="0" y="0"/>
          <a:ext cx="0" cy="0"/>
          <a:chOff x="0" y="0"/>
          <a:chExt cx="0" cy="0"/>
        </a:xfrm>
      </p:grpSpPr>
      <p:sp>
        <p:nvSpPr>
          <p:cNvPr id="111" name="Google Shape;111;p27"/>
          <p:cNvSpPr txBox="1"/>
          <p:nvPr>
            <p:ph type="ctrTitle"/>
          </p:nvPr>
        </p:nvSpPr>
        <p:spPr>
          <a:xfrm>
            <a:off x="631875" y="842025"/>
            <a:ext cx="2871300" cy="6447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2" name="Google Shape;112;p27"/>
          <p:cNvSpPr txBox="1"/>
          <p:nvPr>
            <p:ph idx="1" type="subTitle"/>
          </p:nvPr>
        </p:nvSpPr>
        <p:spPr>
          <a:xfrm>
            <a:off x="631884" y="1410841"/>
            <a:ext cx="2480700" cy="537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113" name="Google Shape;113;p27"/>
          <p:cNvSpPr txBox="1"/>
          <p:nvPr>
            <p:ph idx="2" type="ctrTitle"/>
          </p:nvPr>
        </p:nvSpPr>
        <p:spPr>
          <a:xfrm>
            <a:off x="4213664" y="842025"/>
            <a:ext cx="2697900" cy="6447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4" name="Google Shape;114;p27"/>
          <p:cNvSpPr txBox="1"/>
          <p:nvPr>
            <p:ph idx="3" type="subTitle"/>
          </p:nvPr>
        </p:nvSpPr>
        <p:spPr>
          <a:xfrm>
            <a:off x="4213664" y="1410841"/>
            <a:ext cx="2586000" cy="745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115" name="Google Shape;115;p27"/>
          <p:cNvSpPr txBox="1"/>
          <p:nvPr>
            <p:ph idx="4" type="ctrTitle"/>
          </p:nvPr>
        </p:nvSpPr>
        <p:spPr>
          <a:xfrm>
            <a:off x="631883" y="3331927"/>
            <a:ext cx="2871300" cy="6447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6" name="Google Shape;116;p27"/>
          <p:cNvSpPr txBox="1"/>
          <p:nvPr>
            <p:ph idx="5" type="subTitle"/>
          </p:nvPr>
        </p:nvSpPr>
        <p:spPr>
          <a:xfrm>
            <a:off x="631884" y="3914208"/>
            <a:ext cx="2480700" cy="946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117" name="Google Shape;117;p27"/>
          <p:cNvSpPr txBox="1"/>
          <p:nvPr>
            <p:ph idx="6" type="ctrTitle"/>
          </p:nvPr>
        </p:nvSpPr>
        <p:spPr>
          <a:xfrm rot="5400000">
            <a:off x="6685437" y="1646270"/>
            <a:ext cx="2913300" cy="4875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8" name="Google Shape;118;p27"/>
          <p:cNvSpPr txBox="1"/>
          <p:nvPr>
            <p:ph idx="7" type="ctrTitle"/>
          </p:nvPr>
        </p:nvSpPr>
        <p:spPr>
          <a:xfrm>
            <a:off x="4213664" y="3331934"/>
            <a:ext cx="2586000" cy="6447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9" name="Google Shape;119;p27"/>
          <p:cNvSpPr txBox="1"/>
          <p:nvPr>
            <p:ph idx="8" type="subTitle"/>
          </p:nvPr>
        </p:nvSpPr>
        <p:spPr>
          <a:xfrm>
            <a:off x="4213664" y="3914208"/>
            <a:ext cx="2586000" cy="745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20" name="Shape 120"/>
        <p:cNvGrpSpPr/>
        <p:nvPr/>
      </p:nvGrpSpPr>
      <p:grpSpPr>
        <a:xfrm>
          <a:off x="0" y="0"/>
          <a:ext cx="0" cy="0"/>
          <a:chOff x="0" y="0"/>
          <a:chExt cx="0" cy="0"/>
        </a:xfrm>
      </p:grpSpPr>
      <p:sp>
        <p:nvSpPr>
          <p:cNvPr id="121" name="Google Shape;121;p28"/>
          <p:cNvSpPr txBox="1"/>
          <p:nvPr>
            <p:ph type="ctrTitle"/>
          </p:nvPr>
        </p:nvSpPr>
        <p:spPr>
          <a:xfrm>
            <a:off x="656422" y="1394416"/>
            <a:ext cx="1881300" cy="6447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22" name="Google Shape;122;p28"/>
          <p:cNvSpPr txBox="1"/>
          <p:nvPr>
            <p:ph idx="1" type="subTitle"/>
          </p:nvPr>
        </p:nvSpPr>
        <p:spPr>
          <a:xfrm>
            <a:off x="656425" y="1886725"/>
            <a:ext cx="1563900" cy="111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123" name="Google Shape;123;p28"/>
          <p:cNvSpPr txBox="1"/>
          <p:nvPr>
            <p:ph idx="2" type="ctrTitle"/>
          </p:nvPr>
        </p:nvSpPr>
        <p:spPr>
          <a:xfrm>
            <a:off x="2650710" y="1394416"/>
            <a:ext cx="1881300" cy="6447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1800"/>
              <a:buNone/>
              <a:defRPr sz="18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24" name="Google Shape;124;p28"/>
          <p:cNvSpPr txBox="1"/>
          <p:nvPr>
            <p:ph idx="3" type="subTitle"/>
          </p:nvPr>
        </p:nvSpPr>
        <p:spPr>
          <a:xfrm>
            <a:off x="2610700" y="1886725"/>
            <a:ext cx="1961400" cy="111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000"/>
              <a:buNone/>
              <a:defRPr sz="1000"/>
            </a:lvl1pPr>
            <a:lvl2pPr lvl="1" algn="ctr">
              <a:lnSpc>
                <a:spcPct val="100000"/>
              </a:lnSpc>
              <a:spcBef>
                <a:spcPts val="0"/>
              </a:spcBef>
              <a:spcAft>
                <a:spcPts val="0"/>
              </a:spcAft>
              <a:buSzPts val="1000"/>
              <a:buNone/>
              <a:defRPr sz="1000"/>
            </a:lvl2pPr>
            <a:lvl3pPr lvl="2" algn="ctr">
              <a:lnSpc>
                <a:spcPct val="100000"/>
              </a:lnSpc>
              <a:spcBef>
                <a:spcPts val="0"/>
              </a:spcBef>
              <a:spcAft>
                <a:spcPts val="0"/>
              </a:spcAft>
              <a:buSzPts val="1000"/>
              <a:buNone/>
              <a:defRPr sz="1000"/>
            </a:lvl3pPr>
            <a:lvl4pPr lvl="3" algn="ctr">
              <a:lnSpc>
                <a:spcPct val="100000"/>
              </a:lnSpc>
              <a:spcBef>
                <a:spcPts val="0"/>
              </a:spcBef>
              <a:spcAft>
                <a:spcPts val="0"/>
              </a:spcAft>
              <a:buSzPts val="1000"/>
              <a:buNone/>
              <a:defRPr sz="1000"/>
            </a:lvl4pPr>
            <a:lvl5pPr lvl="4" algn="ctr">
              <a:lnSpc>
                <a:spcPct val="100000"/>
              </a:lnSpc>
              <a:spcBef>
                <a:spcPts val="0"/>
              </a:spcBef>
              <a:spcAft>
                <a:spcPts val="0"/>
              </a:spcAft>
              <a:buSzPts val="1000"/>
              <a:buNone/>
              <a:defRPr sz="1000"/>
            </a:lvl5pPr>
            <a:lvl6pPr lvl="5" algn="ctr">
              <a:lnSpc>
                <a:spcPct val="100000"/>
              </a:lnSpc>
              <a:spcBef>
                <a:spcPts val="0"/>
              </a:spcBef>
              <a:spcAft>
                <a:spcPts val="0"/>
              </a:spcAft>
              <a:buSzPts val="1000"/>
              <a:buNone/>
              <a:defRPr sz="1000"/>
            </a:lvl6pPr>
            <a:lvl7pPr lvl="6" algn="ctr">
              <a:lnSpc>
                <a:spcPct val="100000"/>
              </a:lnSpc>
              <a:spcBef>
                <a:spcPts val="0"/>
              </a:spcBef>
              <a:spcAft>
                <a:spcPts val="0"/>
              </a:spcAft>
              <a:buSzPts val="1000"/>
              <a:buNone/>
              <a:defRPr sz="1000"/>
            </a:lvl7pPr>
            <a:lvl8pPr lvl="7" algn="ctr">
              <a:lnSpc>
                <a:spcPct val="100000"/>
              </a:lnSpc>
              <a:spcBef>
                <a:spcPts val="0"/>
              </a:spcBef>
              <a:spcAft>
                <a:spcPts val="0"/>
              </a:spcAft>
              <a:buSzPts val="1000"/>
              <a:buNone/>
              <a:defRPr sz="1000"/>
            </a:lvl8pPr>
            <a:lvl9pPr lvl="8" algn="ctr">
              <a:lnSpc>
                <a:spcPct val="100000"/>
              </a:lnSpc>
              <a:spcBef>
                <a:spcPts val="0"/>
              </a:spcBef>
              <a:spcAft>
                <a:spcPts val="0"/>
              </a:spcAft>
              <a:buSzPts val="1000"/>
              <a:buNone/>
              <a:defRPr sz="1000"/>
            </a:lvl9pPr>
          </a:lstStyle>
          <a:p/>
        </p:txBody>
      </p:sp>
      <p:sp>
        <p:nvSpPr>
          <p:cNvPr id="125" name="Google Shape;125;p28"/>
          <p:cNvSpPr txBox="1"/>
          <p:nvPr>
            <p:ph idx="4" type="ctrTitle"/>
          </p:nvPr>
        </p:nvSpPr>
        <p:spPr>
          <a:xfrm>
            <a:off x="4638106" y="1394416"/>
            <a:ext cx="1881300" cy="644700"/>
          </a:xfrm>
          <a:prstGeom prst="rect">
            <a:avLst/>
          </a:prstGeom>
          <a:ln>
            <a:noFill/>
          </a:ln>
        </p:spPr>
        <p:txBody>
          <a:bodyPr anchorCtr="0" anchor="b" bIns="91425" lIns="91425" spcFirstLastPara="1" rIns="91425" wrap="square" tIns="91425">
            <a:noAutofit/>
          </a:bodyPr>
          <a:lstStyle>
            <a:lvl1pPr lvl="0" algn="r">
              <a:spcBef>
                <a:spcPts val="0"/>
              </a:spcBef>
              <a:spcAft>
                <a:spcPts val="0"/>
              </a:spcAft>
              <a:buSzPts val="1800"/>
              <a:buNone/>
              <a:defRPr sz="1800"/>
            </a:lvl1pPr>
            <a:lvl2pPr lvl="1" algn="r">
              <a:spcBef>
                <a:spcPts val="0"/>
              </a:spcBef>
              <a:spcAft>
                <a:spcPts val="0"/>
              </a:spcAft>
              <a:buSzPts val="1800"/>
              <a:buNone/>
              <a:defRPr sz="1800"/>
            </a:lvl2pPr>
            <a:lvl3pPr lvl="2" algn="r">
              <a:spcBef>
                <a:spcPts val="0"/>
              </a:spcBef>
              <a:spcAft>
                <a:spcPts val="0"/>
              </a:spcAft>
              <a:buSzPts val="1800"/>
              <a:buNone/>
              <a:defRPr sz="1800"/>
            </a:lvl3pPr>
            <a:lvl4pPr lvl="3" algn="r">
              <a:spcBef>
                <a:spcPts val="0"/>
              </a:spcBef>
              <a:spcAft>
                <a:spcPts val="0"/>
              </a:spcAft>
              <a:buSzPts val="1800"/>
              <a:buNone/>
              <a:defRPr sz="1800"/>
            </a:lvl4pPr>
            <a:lvl5pPr lvl="4" algn="r">
              <a:spcBef>
                <a:spcPts val="0"/>
              </a:spcBef>
              <a:spcAft>
                <a:spcPts val="0"/>
              </a:spcAft>
              <a:buSzPts val="1800"/>
              <a:buNone/>
              <a:defRPr sz="1800"/>
            </a:lvl5pPr>
            <a:lvl6pPr lvl="5" algn="r">
              <a:spcBef>
                <a:spcPts val="0"/>
              </a:spcBef>
              <a:spcAft>
                <a:spcPts val="0"/>
              </a:spcAft>
              <a:buSzPts val="1800"/>
              <a:buNone/>
              <a:defRPr sz="1800"/>
            </a:lvl6pPr>
            <a:lvl7pPr lvl="6" algn="r">
              <a:spcBef>
                <a:spcPts val="0"/>
              </a:spcBef>
              <a:spcAft>
                <a:spcPts val="0"/>
              </a:spcAft>
              <a:buSzPts val="1800"/>
              <a:buNone/>
              <a:defRPr sz="1800"/>
            </a:lvl7pPr>
            <a:lvl8pPr lvl="7" algn="r">
              <a:spcBef>
                <a:spcPts val="0"/>
              </a:spcBef>
              <a:spcAft>
                <a:spcPts val="0"/>
              </a:spcAft>
              <a:buSzPts val="1800"/>
              <a:buNone/>
              <a:defRPr sz="1800"/>
            </a:lvl8pPr>
            <a:lvl9pPr lvl="8" algn="r">
              <a:spcBef>
                <a:spcPts val="0"/>
              </a:spcBef>
              <a:spcAft>
                <a:spcPts val="0"/>
              </a:spcAft>
              <a:buSzPts val="1800"/>
              <a:buNone/>
              <a:defRPr sz="1800"/>
            </a:lvl9pPr>
          </a:lstStyle>
          <a:p/>
        </p:txBody>
      </p:sp>
      <p:sp>
        <p:nvSpPr>
          <p:cNvPr id="126" name="Google Shape;126;p28"/>
          <p:cNvSpPr txBox="1"/>
          <p:nvPr>
            <p:ph idx="5" type="subTitle"/>
          </p:nvPr>
        </p:nvSpPr>
        <p:spPr>
          <a:xfrm>
            <a:off x="4878076" y="1886725"/>
            <a:ext cx="1648200" cy="11124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000"/>
              <a:buNone/>
              <a:defRPr sz="1000"/>
            </a:lvl1pPr>
            <a:lvl2pPr lvl="1" algn="r">
              <a:lnSpc>
                <a:spcPct val="100000"/>
              </a:lnSpc>
              <a:spcBef>
                <a:spcPts val="0"/>
              </a:spcBef>
              <a:spcAft>
                <a:spcPts val="0"/>
              </a:spcAft>
              <a:buSzPts val="1000"/>
              <a:buNone/>
              <a:defRPr sz="1000"/>
            </a:lvl2pPr>
            <a:lvl3pPr lvl="2" algn="r">
              <a:lnSpc>
                <a:spcPct val="100000"/>
              </a:lnSpc>
              <a:spcBef>
                <a:spcPts val="0"/>
              </a:spcBef>
              <a:spcAft>
                <a:spcPts val="0"/>
              </a:spcAft>
              <a:buSzPts val="1000"/>
              <a:buNone/>
              <a:defRPr sz="1000"/>
            </a:lvl3pPr>
            <a:lvl4pPr lvl="3" algn="r">
              <a:lnSpc>
                <a:spcPct val="100000"/>
              </a:lnSpc>
              <a:spcBef>
                <a:spcPts val="0"/>
              </a:spcBef>
              <a:spcAft>
                <a:spcPts val="0"/>
              </a:spcAft>
              <a:buSzPts val="1000"/>
              <a:buNone/>
              <a:defRPr sz="1000"/>
            </a:lvl4pPr>
            <a:lvl5pPr lvl="4" algn="r">
              <a:lnSpc>
                <a:spcPct val="100000"/>
              </a:lnSpc>
              <a:spcBef>
                <a:spcPts val="0"/>
              </a:spcBef>
              <a:spcAft>
                <a:spcPts val="0"/>
              </a:spcAft>
              <a:buSzPts val="1000"/>
              <a:buNone/>
              <a:defRPr sz="1000"/>
            </a:lvl5pPr>
            <a:lvl6pPr lvl="5" algn="r">
              <a:lnSpc>
                <a:spcPct val="100000"/>
              </a:lnSpc>
              <a:spcBef>
                <a:spcPts val="0"/>
              </a:spcBef>
              <a:spcAft>
                <a:spcPts val="0"/>
              </a:spcAft>
              <a:buSzPts val="1000"/>
              <a:buNone/>
              <a:defRPr sz="1000"/>
            </a:lvl6pPr>
            <a:lvl7pPr lvl="6" algn="r">
              <a:lnSpc>
                <a:spcPct val="100000"/>
              </a:lnSpc>
              <a:spcBef>
                <a:spcPts val="0"/>
              </a:spcBef>
              <a:spcAft>
                <a:spcPts val="0"/>
              </a:spcAft>
              <a:buSzPts val="1000"/>
              <a:buNone/>
              <a:defRPr sz="1000"/>
            </a:lvl7pPr>
            <a:lvl8pPr lvl="7" algn="r">
              <a:lnSpc>
                <a:spcPct val="100000"/>
              </a:lnSpc>
              <a:spcBef>
                <a:spcPts val="0"/>
              </a:spcBef>
              <a:spcAft>
                <a:spcPts val="0"/>
              </a:spcAft>
              <a:buSzPts val="1000"/>
              <a:buNone/>
              <a:defRPr sz="1000"/>
            </a:lvl8pPr>
            <a:lvl9pPr lvl="8" algn="r">
              <a:lnSpc>
                <a:spcPct val="100000"/>
              </a:lnSpc>
              <a:spcBef>
                <a:spcPts val="0"/>
              </a:spcBef>
              <a:spcAft>
                <a:spcPts val="0"/>
              </a:spcAft>
              <a:buSzPts val="1000"/>
              <a:buNone/>
              <a:defRPr sz="1000"/>
            </a:lvl9pPr>
          </a:lstStyle>
          <a:p/>
        </p:txBody>
      </p:sp>
      <p:sp>
        <p:nvSpPr>
          <p:cNvPr id="127" name="Google Shape;127;p28"/>
          <p:cNvSpPr txBox="1"/>
          <p:nvPr>
            <p:ph idx="6" type="ctrTitle"/>
          </p:nvPr>
        </p:nvSpPr>
        <p:spPr>
          <a:xfrm rot="5400000">
            <a:off x="6865575" y="1466125"/>
            <a:ext cx="2553000" cy="4875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8" name="Google Shape;128;p28"/>
          <p:cNvSpPr txBox="1"/>
          <p:nvPr>
            <p:ph idx="7" type="ctrTitle"/>
          </p:nvPr>
        </p:nvSpPr>
        <p:spPr>
          <a:xfrm>
            <a:off x="656422" y="3367816"/>
            <a:ext cx="1881300" cy="6447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29" name="Google Shape;129;p28"/>
          <p:cNvSpPr txBox="1"/>
          <p:nvPr>
            <p:ph idx="8" type="subTitle"/>
          </p:nvPr>
        </p:nvSpPr>
        <p:spPr>
          <a:xfrm>
            <a:off x="656425" y="3860125"/>
            <a:ext cx="1563900" cy="111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p:txBody>
      </p:sp>
      <p:sp>
        <p:nvSpPr>
          <p:cNvPr id="130" name="Google Shape;130;p28"/>
          <p:cNvSpPr txBox="1"/>
          <p:nvPr>
            <p:ph idx="9" type="ctrTitle"/>
          </p:nvPr>
        </p:nvSpPr>
        <p:spPr>
          <a:xfrm>
            <a:off x="2650710" y="3367816"/>
            <a:ext cx="1881300" cy="6447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1800"/>
              <a:buNone/>
              <a:defRPr sz="18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31" name="Google Shape;131;p28"/>
          <p:cNvSpPr txBox="1"/>
          <p:nvPr>
            <p:ph idx="13" type="subTitle"/>
          </p:nvPr>
        </p:nvSpPr>
        <p:spPr>
          <a:xfrm>
            <a:off x="2610700" y="3860125"/>
            <a:ext cx="1961400" cy="1112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000"/>
              <a:buNone/>
              <a:defRPr sz="1000"/>
            </a:lvl1pPr>
            <a:lvl2pPr lvl="1" algn="ctr">
              <a:lnSpc>
                <a:spcPct val="100000"/>
              </a:lnSpc>
              <a:spcBef>
                <a:spcPts val="0"/>
              </a:spcBef>
              <a:spcAft>
                <a:spcPts val="0"/>
              </a:spcAft>
              <a:buSzPts val="1000"/>
              <a:buNone/>
              <a:defRPr sz="1000"/>
            </a:lvl2pPr>
            <a:lvl3pPr lvl="2" algn="ctr">
              <a:lnSpc>
                <a:spcPct val="100000"/>
              </a:lnSpc>
              <a:spcBef>
                <a:spcPts val="0"/>
              </a:spcBef>
              <a:spcAft>
                <a:spcPts val="0"/>
              </a:spcAft>
              <a:buSzPts val="1000"/>
              <a:buNone/>
              <a:defRPr sz="1000"/>
            </a:lvl3pPr>
            <a:lvl4pPr lvl="3" algn="ctr">
              <a:lnSpc>
                <a:spcPct val="100000"/>
              </a:lnSpc>
              <a:spcBef>
                <a:spcPts val="0"/>
              </a:spcBef>
              <a:spcAft>
                <a:spcPts val="0"/>
              </a:spcAft>
              <a:buSzPts val="1000"/>
              <a:buNone/>
              <a:defRPr sz="1000"/>
            </a:lvl4pPr>
            <a:lvl5pPr lvl="4" algn="ctr">
              <a:lnSpc>
                <a:spcPct val="100000"/>
              </a:lnSpc>
              <a:spcBef>
                <a:spcPts val="0"/>
              </a:spcBef>
              <a:spcAft>
                <a:spcPts val="0"/>
              </a:spcAft>
              <a:buSzPts val="1000"/>
              <a:buNone/>
              <a:defRPr sz="1000"/>
            </a:lvl5pPr>
            <a:lvl6pPr lvl="5" algn="ctr">
              <a:lnSpc>
                <a:spcPct val="100000"/>
              </a:lnSpc>
              <a:spcBef>
                <a:spcPts val="0"/>
              </a:spcBef>
              <a:spcAft>
                <a:spcPts val="0"/>
              </a:spcAft>
              <a:buSzPts val="1000"/>
              <a:buNone/>
              <a:defRPr sz="1000"/>
            </a:lvl6pPr>
            <a:lvl7pPr lvl="6" algn="ctr">
              <a:lnSpc>
                <a:spcPct val="100000"/>
              </a:lnSpc>
              <a:spcBef>
                <a:spcPts val="0"/>
              </a:spcBef>
              <a:spcAft>
                <a:spcPts val="0"/>
              </a:spcAft>
              <a:buSzPts val="1000"/>
              <a:buNone/>
              <a:defRPr sz="1000"/>
            </a:lvl7pPr>
            <a:lvl8pPr lvl="7" algn="ctr">
              <a:lnSpc>
                <a:spcPct val="100000"/>
              </a:lnSpc>
              <a:spcBef>
                <a:spcPts val="0"/>
              </a:spcBef>
              <a:spcAft>
                <a:spcPts val="0"/>
              </a:spcAft>
              <a:buSzPts val="1000"/>
              <a:buNone/>
              <a:defRPr sz="1000"/>
            </a:lvl8pPr>
            <a:lvl9pPr lvl="8" algn="ctr">
              <a:lnSpc>
                <a:spcPct val="100000"/>
              </a:lnSpc>
              <a:spcBef>
                <a:spcPts val="0"/>
              </a:spcBef>
              <a:spcAft>
                <a:spcPts val="0"/>
              </a:spcAft>
              <a:buSzPts val="1000"/>
              <a:buNone/>
              <a:defRPr sz="1000"/>
            </a:lvl9pPr>
          </a:lstStyle>
          <a:p/>
        </p:txBody>
      </p:sp>
      <p:sp>
        <p:nvSpPr>
          <p:cNvPr id="132" name="Google Shape;132;p28"/>
          <p:cNvSpPr txBox="1"/>
          <p:nvPr>
            <p:ph idx="14" type="ctrTitle"/>
          </p:nvPr>
        </p:nvSpPr>
        <p:spPr>
          <a:xfrm>
            <a:off x="4638106" y="3367816"/>
            <a:ext cx="1881300" cy="644700"/>
          </a:xfrm>
          <a:prstGeom prst="rect">
            <a:avLst/>
          </a:prstGeom>
          <a:ln>
            <a:noFill/>
          </a:ln>
        </p:spPr>
        <p:txBody>
          <a:bodyPr anchorCtr="0" anchor="b" bIns="91425" lIns="91425" spcFirstLastPara="1" rIns="91425" wrap="square" tIns="91425">
            <a:noAutofit/>
          </a:bodyPr>
          <a:lstStyle>
            <a:lvl1pPr lvl="0" algn="r">
              <a:spcBef>
                <a:spcPts val="0"/>
              </a:spcBef>
              <a:spcAft>
                <a:spcPts val="0"/>
              </a:spcAft>
              <a:buSzPts val="1800"/>
              <a:buNone/>
              <a:defRPr sz="1800"/>
            </a:lvl1pPr>
            <a:lvl2pPr lvl="1" algn="r">
              <a:spcBef>
                <a:spcPts val="0"/>
              </a:spcBef>
              <a:spcAft>
                <a:spcPts val="0"/>
              </a:spcAft>
              <a:buSzPts val="1800"/>
              <a:buNone/>
              <a:defRPr sz="1800"/>
            </a:lvl2pPr>
            <a:lvl3pPr lvl="2" algn="r">
              <a:spcBef>
                <a:spcPts val="0"/>
              </a:spcBef>
              <a:spcAft>
                <a:spcPts val="0"/>
              </a:spcAft>
              <a:buSzPts val="1800"/>
              <a:buNone/>
              <a:defRPr sz="1800"/>
            </a:lvl3pPr>
            <a:lvl4pPr lvl="3" algn="r">
              <a:spcBef>
                <a:spcPts val="0"/>
              </a:spcBef>
              <a:spcAft>
                <a:spcPts val="0"/>
              </a:spcAft>
              <a:buSzPts val="1800"/>
              <a:buNone/>
              <a:defRPr sz="1800"/>
            </a:lvl4pPr>
            <a:lvl5pPr lvl="4" algn="r">
              <a:spcBef>
                <a:spcPts val="0"/>
              </a:spcBef>
              <a:spcAft>
                <a:spcPts val="0"/>
              </a:spcAft>
              <a:buSzPts val="1800"/>
              <a:buNone/>
              <a:defRPr sz="1800"/>
            </a:lvl5pPr>
            <a:lvl6pPr lvl="5" algn="r">
              <a:spcBef>
                <a:spcPts val="0"/>
              </a:spcBef>
              <a:spcAft>
                <a:spcPts val="0"/>
              </a:spcAft>
              <a:buSzPts val="1800"/>
              <a:buNone/>
              <a:defRPr sz="1800"/>
            </a:lvl6pPr>
            <a:lvl7pPr lvl="6" algn="r">
              <a:spcBef>
                <a:spcPts val="0"/>
              </a:spcBef>
              <a:spcAft>
                <a:spcPts val="0"/>
              </a:spcAft>
              <a:buSzPts val="1800"/>
              <a:buNone/>
              <a:defRPr sz="1800"/>
            </a:lvl7pPr>
            <a:lvl8pPr lvl="7" algn="r">
              <a:spcBef>
                <a:spcPts val="0"/>
              </a:spcBef>
              <a:spcAft>
                <a:spcPts val="0"/>
              </a:spcAft>
              <a:buSzPts val="1800"/>
              <a:buNone/>
              <a:defRPr sz="1800"/>
            </a:lvl8pPr>
            <a:lvl9pPr lvl="8" algn="r">
              <a:spcBef>
                <a:spcPts val="0"/>
              </a:spcBef>
              <a:spcAft>
                <a:spcPts val="0"/>
              </a:spcAft>
              <a:buSzPts val="1800"/>
              <a:buNone/>
              <a:defRPr sz="1800"/>
            </a:lvl9pPr>
          </a:lstStyle>
          <a:p/>
        </p:txBody>
      </p:sp>
      <p:sp>
        <p:nvSpPr>
          <p:cNvPr id="133" name="Google Shape;133;p28"/>
          <p:cNvSpPr txBox="1"/>
          <p:nvPr>
            <p:ph idx="15" type="subTitle"/>
          </p:nvPr>
        </p:nvSpPr>
        <p:spPr>
          <a:xfrm>
            <a:off x="4878076" y="3860125"/>
            <a:ext cx="1648200" cy="11124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000"/>
              <a:buNone/>
              <a:defRPr sz="1000"/>
            </a:lvl1pPr>
            <a:lvl2pPr lvl="1" algn="r">
              <a:lnSpc>
                <a:spcPct val="100000"/>
              </a:lnSpc>
              <a:spcBef>
                <a:spcPts val="0"/>
              </a:spcBef>
              <a:spcAft>
                <a:spcPts val="0"/>
              </a:spcAft>
              <a:buSzPts val="1000"/>
              <a:buNone/>
              <a:defRPr sz="1000"/>
            </a:lvl2pPr>
            <a:lvl3pPr lvl="2" algn="r">
              <a:lnSpc>
                <a:spcPct val="100000"/>
              </a:lnSpc>
              <a:spcBef>
                <a:spcPts val="0"/>
              </a:spcBef>
              <a:spcAft>
                <a:spcPts val="0"/>
              </a:spcAft>
              <a:buSzPts val="1000"/>
              <a:buNone/>
              <a:defRPr sz="1000"/>
            </a:lvl3pPr>
            <a:lvl4pPr lvl="3" algn="r">
              <a:lnSpc>
                <a:spcPct val="100000"/>
              </a:lnSpc>
              <a:spcBef>
                <a:spcPts val="0"/>
              </a:spcBef>
              <a:spcAft>
                <a:spcPts val="0"/>
              </a:spcAft>
              <a:buSzPts val="1000"/>
              <a:buNone/>
              <a:defRPr sz="1000"/>
            </a:lvl4pPr>
            <a:lvl5pPr lvl="4" algn="r">
              <a:lnSpc>
                <a:spcPct val="100000"/>
              </a:lnSpc>
              <a:spcBef>
                <a:spcPts val="0"/>
              </a:spcBef>
              <a:spcAft>
                <a:spcPts val="0"/>
              </a:spcAft>
              <a:buSzPts val="1000"/>
              <a:buNone/>
              <a:defRPr sz="1000"/>
            </a:lvl5pPr>
            <a:lvl6pPr lvl="5" algn="r">
              <a:lnSpc>
                <a:spcPct val="100000"/>
              </a:lnSpc>
              <a:spcBef>
                <a:spcPts val="0"/>
              </a:spcBef>
              <a:spcAft>
                <a:spcPts val="0"/>
              </a:spcAft>
              <a:buSzPts val="1000"/>
              <a:buNone/>
              <a:defRPr sz="1000"/>
            </a:lvl6pPr>
            <a:lvl7pPr lvl="6" algn="r">
              <a:lnSpc>
                <a:spcPct val="100000"/>
              </a:lnSpc>
              <a:spcBef>
                <a:spcPts val="0"/>
              </a:spcBef>
              <a:spcAft>
                <a:spcPts val="0"/>
              </a:spcAft>
              <a:buSzPts val="1000"/>
              <a:buNone/>
              <a:defRPr sz="1000"/>
            </a:lvl7pPr>
            <a:lvl8pPr lvl="7" algn="r">
              <a:lnSpc>
                <a:spcPct val="100000"/>
              </a:lnSpc>
              <a:spcBef>
                <a:spcPts val="0"/>
              </a:spcBef>
              <a:spcAft>
                <a:spcPts val="0"/>
              </a:spcAft>
              <a:buSzPts val="1000"/>
              <a:buNone/>
              <a:defRPr sz="1000"/>
            </a:lvl8pPr>
            <a:lvl9pPr lvl="8" algn="r">
              <a:lnSpc>
                <a:spcPct val="100000"/>
              </a:lnSpc>
              <a:spcBef>
                <a:spcPts val="0"/>
              </a:spcBef>
              <a:spcAft>
                <a:spcPts val="0"/>
              </a:spcAft>
              <a:buSzPts val="1000"/>
              <a:buNone/>
              <a:defRPr sz="1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34" name="Shape 134"/>
        <p:cNvGrpSpPr/>
        <p:nvPr/>
      </p:nvGrpSpPr>
      <p:grpSpPr>
        <a:xfrm>
          <a:off x="0" y="0"/>
          <a:ext cx="0" cy="0"/>
          <a:chOff x="0" y="0"/>
          <a:chExt cx="0" cy="0"/>
        </a:xfrm>
      </p:grpSpPr>
      <p:sp>
        <p:nvSpPr>
          <p:cNvPr id="135" name="Google Shape;135;p29"/>
          <p:cNvSpPr txBox="1"/>
          <p:nvPr>
            <p:ph type="ctrTitle"/>
          </p:nvPr>
        </p:nvSpPr>
        <p:spPr>
          <a:xfrm>
            <a:off x="831200" y="376498"/>
            <a:ext cx="3867300" cy="20541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Clr>
                <a:srgbClr val="FFFFFF"/>
              </a:buClr>
              <a:buSzPts val="1600"/>
              <a:buNone/>
              <a:defRPr sz="1600">
                <a:solidFill>
                  <a:srgbClr val="FFFFFF"/>
                </a:solidFill>
              </a:defRPr>
            </a:lvl2pPr>
            <a:lvl3pPr lvl="2">
              <a:spcBef>
                <a:spcPts val="0"/>
              </a:spcBef>
              <a:spcAft>
                <a:spcPts val="0"/>
              </a:spcAft>
              <a:buClr>
                <a:srgbClr val="FFFFFF"/>
              </a:buClr>
              <a:buSzPts val="1600"/>
              <a:buNone/>
              <a:defRPr sz="1600">
                <a:solidFill>
                  <a:srgbClr val="FFFFFF"/>
                </a:solidFill>
              </a:defRPr>
            </a:lvl3pPr>
            <a:lvl4pPr lvl="3">
              <a:spcBef>
                <a:spcPts val="0"/>
              </a:spcBef>
              <a:spcAft>
                <a:spcPts val="0"/>
              </a:spcAft>
              <a:buClr>
                <a:srgbClr val="FFFFFF"/>
              </a:buClr>
              <a:buSzPts val="1600"/>
              <a:buNone/>
              <a:defRPr sz="1600">
                <a:solidFill>
                  <a:srgbClr val="FFFFFF"/>
                </a:solidFill>
              </a:defRPr>
            </a:lvl4pPr>
            <a:lvl5pPr lvl="4">
              <a:spcBef>
                <a:spcPts val="0"/>
              </a:spcBef>
              <a:spcAft>
                <a:spcPts val="0"/>
              </a:spcAft>
              <a:buClr>
                <a:srgbClr val="FFFFFF"/>
              </a:buClr>
              <a:buSzPts val="1600"/>
              <a:buNone/>
              <a:defRPr sz="1600">
                <a:solidFill>
                  <a:srgbClr val="FFFFFF"/>
                </a:solidFill>
              </a:defRPr>
            </a:lvl5pPr>
            <a:lvl6pPr lvl="5">
              <a:spcBef>
                <a:spcPts val="0"/>
              </a:spcBef>
              <a:spcAft>
                <a:spcPts val="0"/>
              </a:spcAft>
              <a:buClr>
                <a:srgbClr val="FFFFFF"/>
              </a:buClr>
              <a:buSzPts val="1600"/>
              <a:buNone/>
              <a:defRPr sz="1600">
                <a:solidFill>
                  <a:srgbClr val="FFFFFF"/>
                </a:solidFill>
              </a:defRPr>
            </a:lvl6pPr>
            <a:lvl7pPr lvl="6">
              <a:spcBef>
                <a:spcPts val="0"/>
              </a:spcBef>
              <a:spcAft>
                <a:spcPts val="0"/>
              </a:spcAft>
              <a:buClr>
                <a:srgbClr val="FFFFFF"/>
              </a:buClr>
              <a:buSzPts val="1600"/>
              <a:buNone/>
              <a:defRPr sz="1600">
                <a:solidFill>
                  <a:srgbClr val="FFFFFF"/>
                </a:solidFill>
              </a:defRPr>
            </a:lvl7pPr>
            <a:lvl8pPr lvl="7">
              <a:spcBef>
                <a:spcPts val="0"/>
              </a:spcBef>
              <a:spcAft>
                <a:spcPts val="0"/>
              </a:spcAft>
              <a:buClr>
                <a:srgbClr val="FFFFFF"/>
              </a:buClr>
              <a:buSzPts val="1600"/>
              <a:buNone/>
              <a:defRPr sz="1600">
                <a:solidFill>
                  <a:srgbClr val="FFFFFF"/>
                </a:solidFill>
              </a:defRPr>
            </a:lvl8pPr>
            <a:lvl9pPr lvl="8">
              <a:spcBef>
                <a:spcPts val="0"/>
              </a:spcBef>
              <a:spcAft>
                <a:spcPts val="0"/>
              </a:spcAft>
              <a:buClr>
                <a:srgbClr val="FFFFFF"/>
              </a:buClr>
              <a:buSzPts val="1600"/>
              <a:buNone/>
              <a:defRPr sz="1600">
                <a:solidFill>
                  <a:srgbClr val="FFFFFF"/>
                </a:solidFill>
              </a:defRPr>
            </a:lvl9pPr>
          </a:lstStyle>
          <a:p/>
        </p:txBody>
      </p:sp>
      <p:sp>
        <p:nvSpPr>
          <p:cNvPr id="136" name="Google Shape;136;p29"/>
          <p:cNvSpPr txBox="1"/>
          <p:nvPr>
            <p:ph idx="1" type="subTitle"/>
          </p:nvPr>
        </p:nvSpPr>
        <p:spPr>
          <a:xfrm>
            <a:off x="831200" y="2314225"/>
            <a:ext cx="3081600" cy="1784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Clr>
                <a:srgbClr val="FFFFFF"/>
              </a:buClr>
              <a:buSzPts val="1200"/>
              <a:buNone/>
              <a:defRPr>
                <a:solidFill>
                  <a:srgbClr val="FFFFFF"/>
                </a:solidFill>
              </a:defRPr>
            </a:lvl2pPr>
            <a:lvl3pPr lvl="2">
              <a:lnSpc>
                <a:spcPct val="100000"/>
              </a:lnSpc>
              <a:spcBef>
                <a:spcPts val="0"/>
              </a:spcBef>
              <a:spcAft>
                <a:spcPts val="0"/>
              </a:spcAft>
              <a:buClr>
                <a:srgbClr val="FFFFFF"/>
              </a:buClr>
              <a:buSzPts val="1200"/>
              <a:buNone/>
              <a:defRPr>
                <a:solidFill>
                  <a:srgbClr val="FFFFFF"/>
                </a:solidFill>
              </a:defRPr>
            </a:lvl3pPr>
            <a:lvl4pPr lvl="3">
              <a:lnSpc>
                <a:spcPct val="100000"/>
              </a:lnSpc>
              <a:spcBef>
                <a:spcPts val="0"/>
              </a:spcBef>
              <a:spcAft>
                <a:spcPts val="0"/>
              </a:spcAft>
              <a:buClr>
                <a:srgbClr val="FFFFFF"/>
              </a:buClr>
              <a:buSzPts val="1200"/>
              <a:buNone/>
              <a:defRPr>
                <a:solidFill>
                  <a:srgbClr val="FFFFFF"/>
                </a:solidFill>
              </a:defRPr>
            </a:lvl4pPr>
            <a:lvl5pPr lvl="4">
              <a:lnSpc>
                <a:spcPct val="100000"/>
              </a:lnSpc>
              <a:spcBef>
                <a:spcPts val="0"/>
              </a:spcBef>
              <a:spcAft>
                <a:spcPts val="0"/>
              </a:spcAft>
              <a:buClr>
                <a:srgbClr val="FFFFFF"/>
              </a:buClr>
              <a:buSzPts val="1200"/>
              <a:buNone/>
              <a:defRPr>
                <a:solidFill>
                  <a:srgbClr val="FFFFFF"/>
                </a:solidFill>
              </a:defRPr>
            </a:lvl5pPr>
            <a:lvl6pPr lvl="5">
              <a:lnSpc>
                <a:spcPct val="100000"/>
              </a:lnSpc>
              <a:spcBef>
                <a:spcPts val="0"/>
              </a:spcBef>
              <a:spcAft>
                <a:spcPts val="0"/>
              </a:spcAft>
              <a:buClr>
                <a:srgbClr val="FFFFFF"/>
              </a:buClr>
              <a:buSzPts val="1200"/>
              <a:buNone/>
              <a:defRPr>
                <a:solidFill>
                  <a:srgbClr val="FFFFFF"/>
                </a:solidFill>
              </a:defRPr>
            </a:lvl6pPr>
            <a:lvl7pPr lvl="6">
              <a:lnSpc>
                <a:spcPct val="100000"/>
              </a:lnSpc>
              <a:spcBef>
                <a:spcPts val="0"/>
              </a:spcBef>
              <a:spcAft>
                <a:spcPts val="0"/>
              </a:spcAft>
              <a:buClr>
                <a:srgbClr val="FFFFFF"/>
              </a:buClr>
              <a:buSzPts val="1200"/>
              <a:buNone/>
              <a:defRPr>
                <a:solidFill>
                  <a:srgbClr val="FFFFFF"/>
                </a:solidFill>
              </a:defRPr>
            </a:lvl7pPr>
            <a:lvl8pPr lvl="7">
              <a:lnSpc>
                <a:spcPct val="100000"/>
              </a:lnSpc>
              <a:spcBef>
                <a:spcPts val="0"/>
              </a:spcBef>
              <a:spcAft>
                <a:spcPts val="0"/>
              </a:spcAft>
              <a:buClr>
                <a:srgbClr val="FFFFFF"/>
              </a:buClr>
              <a:buSzPts val="1200"/>
              <a:buNone/>
              <a:defRPr>
                <a:solidFill>
                  <a:srgbClr val="FFFFFF"/>
                </a:solidFill>
              </a:defRPr>
            </a:lvl8pPr>
            <a:lvl9pPr lvl="8">
              <a:lnSpc>
                <a:spcPct val="100000"/>
              </a:lnSpc>
              <a:spcBef>
                <a:spcPts val="0"/>
              </a:spcBef>
              <a:spcAft>
                <a:spcPts val="0"/>
              </a:spcAft>
              <a:buClr>
                <a:srgbClr val="FFFFFF"/>
              </a:buClr>
              <a:buSzPts val="1200"/>
              <a:buNone/>
              <a:defRPr>
                <a:solidFill>
                  <a:srgbClr val="FFFFFF"/>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37" name="Shape 137"/>
        <p:cNvGrpSpPr/>
        <p:nvPr/>
      </p:nvGrpSpPr>
      <p:grpSpPr>
        <a:xfrm>
          <a:off x="0" y="0"/>
          <a:ext cx="0" cy="0"/>
          <a:chOff x="0" y="0"/>
          <a:chExt cx="0" cy="0"/>
        </a:xfrm>
      </p:grpSpPr>
      <p:sp>
        <p:nvSpPr>
          <p:cNvPr id="138" name="Google Shape;138;p30"/>
          <p:cNvSpPr/>
          <p:nvPr/>
        </p:nvSpPr>
        <p:spPr>
          <a:xfrm flipH="1" rot="-5400000">
            <a:off x="83000" y="-82950"/>
            <a:ext cx="548400" cy="714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0"/>
          <p:cNvSpPr/>
          <p:nvPr/>
        </p:nvSpPr>
        <p:spPr>
          <a:xfrm flipH="1" rot="-5400000">
            <a:off x="7474475" y="3397650"/>
            <a:ext cx="891300" cy="2600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40" name="Shape 140"/>
        <p:cNvGrpSpPr/>
        <p:nvPr/>
      </p:nvGrpSpPr>
      <p:grpSpPr>
        <a:xfrm>
          <a:off x="0" y="0"/>
          <a:ext cx="0" cy="0"/>
          <a:chOff x="0" y="0"/>
          <a:chExt cx="0" cy="0"/>
        </a:xfrm>
      </p:grpSpPr>
      <p:sp>
        <p:nvSpPr>
          <p:cNvPr id="141" name="Google Shape;141;p31"/>
          <p:cNvSpPr/>
          <p:nvPr/>
        </p:nvSpPr>
        <p:spPr>
          <a:xfrm>
            <a:off x="0" y="1577400"/>
            <a:ext cx="362100" cy="1988700"/>
          </a:xfrm>
          <a:prstGeom prst="rect">
            <a:avLst/>
          </a:prstGeom>
          <a:solidFill>
            <a:srgbClr val="CFC3AC">
              <a:alpha val="58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45" name="Shape 145"/>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2_1">
    <p:spTree>
      <p:nvGrpSpPr>
        <p:cNvPr id="146" name="Shape 146"/>
        <p:cNvGrpSpPr/>
        <p:nvPr/>
      </p:nvGrpSpPr>
      <p:grpSpPr>
        <a:xfrm>
          <a:off x="0" y="0"/>
          <a:ext cx="0" cy="0"/>
          <a:chOff x="0" y="0"/>
          <a:chExt cx="0" cy="0"/>
        </a:xfrm>
      </p:grpSpPr>
      <p:sp>
        <p:nvSpPr>
          <p:cNvPr id="147" name="Google Shape;147;p34"/>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8" name="Google Shape;148;p34"/>
          <p:cNvSpPr txBox="1"/>
          <p:nvPr>
            <p:ph type="title"/>
          </p:nvPr>
        </p:nvSpPr>
        <p:spPr>
          <a:xfrm>
            <a:off x="713225" y="539500"/>
            <a:ext cx="77175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_1_1">
    <p:spTree>
      <p:nvGrpSpPr>
        <p:cNvPr id="149" name="Shape 149"/>
        <p:cNvGrpSpPr/>
        <p:nvPr/>
      </p:nvGrpSpPr>
      <p:grpSpPr>
        <a:xfrm>
          <a:off x="0" y="0"/>
          <a:ext cx="0" cy="0"/>
          <a:chOff x="0" y="0"/>
          <a:chExt cx="0" cy="0"/>
        </a:xfrm>
      </p:grpSpPr>
      <p:sp>
        <p:nvSpPr>
          <p:cNvPr id="150" name="Google Shape;150;p35"/>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51" name="Google Shape;151;p35"/>
          <p:cNvSpPr txBox="1"/>
          <p:nvPr>
            <p:ph type="title"/>
          </p:nvPr>
        </p:nvSpPr>
        <p:spPr>
          <a:xfrm>
            <a:off x="728527" y="539500"/>
            <a:ext cx="33477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
        <p:nvSpPr>
          <p:cNvPr id="152" name="Google Shape;152;p35"/>
          <p:cNvSpPr txBox="1"/>
          <p:nvPr>
            <p:ph idx="2" type="title"/>
          </p:nvPr>
        </p:nvSpPr>
        <p:spPr>
          <a:xfrm>
            <a:off x="4977550" y="539500"/>
            <a:ext cx="3458400" cy="482400"/>
          </a:xfrm>
          <a:prstGeom prst="rect">
            <a:avLst/>
          </a:prstGeom>
        </p:spPr>
        <p:txBody>
          <a:bodyPr anchorCtr="0" anchor="t" bIns="91425" lIns="91425" spcFirstLastPara="1" rIns="91425" wrap="square" tIns="91425">
            <a:noAutofit/>
          </a:bodyPr>
          <a:lstStyle>
            <a:lvl1pPr lvl="0" algn="l">
              <a:spcBef>
                <a:spcPts val="0"/>
              </a:spcBef>
              <a:spcAft>
                <a:spcPts val="0"/>
              </a:spcAft>
              <a:buSzPts val="2400"/>
              <a:buFont typeface="Inter"/>
              <a:buNone/>
              <a:defRPr b="1" sz="2200">
                <a:latin typeface="Inter"/>
                <a:ea typeface="Inter"/>
                <a:cs typeface="Inter"/>
                <a:sym typeface="Inter"/>
              </a:defRPr>
            </a:lvl1pPr>
            <a:lvl2pPr lvl="1" algn="ctr">
              <a:spcBef>
                <a:spcPts val="0"/>
              </a:spcBef>
              <a:spcAft>
                <a:spcPts val="0"/>
              </a:spcAft>
              <a:buSzPts val="2400"/>
              <a:buFont typeface="Inter"/>
              <a:buNone/>
              <a:defRPr b="1" sz="2400">
                <a:latin typeface="Inter"/>
                <a:ea typeface="Inter"/>
                <a:cs typeface="Inter"/>
                <a:sym typeface="Inter"/>
              </a:defRPr>
            </a:lvl2pPr>
            <a:lvl3pPr lvl="2" algn="ctr">
              <a:spcBef>
                <a:spcPts val="0"/>
              </a:spcBef>
              <a:spcAft>
                <a:spcPts val="0"/>
              </a:spcAft>
              <a:buSzPts val="2400"/>
              <a:buFont typeface="Inter"/>
              <a:buNone/>
              <a:defRPr b="1" sz="2400">
                <a:latin typeface="Inter"/>
                <a:ea typeface="Inter"/>
                <a:cs typeface="Inter"/>
                <a:sym typeface="Inter"/>
              </a:defRPr>
            </a:lvl3pPr>
            <a:lvl4pPr lvl="3" algn="ctr">
              <a:spcBef>
                <a:spcPts val="0"/>
              </a:spcBef>
              <a:spcAft>
                <a:spcPts val="0"/>
              </a:spcAft>
              <a:buSzPts val="2400"/>
              <a:buFont typeface="Inter"/>
              <a:buNone/>
              <a:defRPr b="1" sz="2400">
                <a:latin typeface="Inter"/>
                <a:ea typeface="Inter"/>
                <a:cs typeface="Inter"/>
                <a:sym typeface="Inter"/>
              </a:defRPr>
            </a:lvl4pPr>
            <a:lvl5pPr lvl="4" algn="ctr">
              <a:spcBef>
                <a:spcPts val="0"/>
              </a:spcBef>
              <a:spcAft>
                <a:spcPts val="0"/>
              </a:spcAft>
              <a:buSzPts val="2400"/>
              <a:buFont typeface="Inter"/>
              <a:buNone/>
              <a:defRPr b="1" sz="2400">
                <a:latin typeface="Inter"/>
                <a:ea typeface="Inter"/>
                <a:cs typeface="Inter"/>
                <a:sym typeface="Inter"/>
              </a:defRPr>
            </a:lvl5pPr>
            <a:lvl6pPr lvl="5" algn="ctr">
              <a:spcBef>
                <a:spcPts val="0"/>
              </a:spcBef>
              <a:spcAft>
                <a:spcPts val="0"/>
              </a:spcAft>
              <a:buSzPts val="2400"/>
              <a:buFont typeface="Inter"/>
              <a:buNone/>
              <a:defRPr b="1" sz="2400">
                <a:latin typeface="Inter"/>
                <a:ea typeface="Inter"/>
                <a:cs typeface="Inter"/>
                <a:sym typeface="Inter"/>
              </a:defRPr>
            </a:lvl6pPr>
            <a:lvl7pPr lvl="6" algn="ctr">
              <a:spcBef>
                <a:spcPts val="0"/>
              </a:spcBef>
              <a:spcAft>
                <a:spcPts val="0"/>
              </a:spcAft>
              <a:buSzPts val="2400"/>
              <a:buFont typeface="Inter"/>
              <a:buNone/>
              <a:defRPr b="1" sz="2400">
                <a:latin typeface="Inter"/>
                <a:ea typeface="Inter"/>
                <a:cs typeface="Inter"/>
                <a:sym typeface="Inter"/>
              </a:defRPr>
            </a:lvl7pPr>
            <a:lvl8pPr lvl="7" algn="ctr">
              <a:spcBef>
                <a:spcPts val="0"/>
              </a:spcBef>
              <a:spcAft>
                <a:spcPts val="0"/>
              </a:spcAft>
              <a:buSzPts val="2400"/>
              <a:buFont typeface="Inter"/>
              <a:buNone/>
              <a:defRPr b="1" sz="2400">
                <a:latin typeface="Inter"/>
                <a:ea typeface="Inter"/>
                <a:cs typeface="Inter"/>
                <a:sym typeface="Inter"/>
              </a:defRPr>
            </a:lvl8pPr>
            <a:lvl9pPr lvl="8" algn="ctr">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Livvic"/>
              <a:buNone/>
              <a:defRPr b="1" sz="2800">
                <a:solidFill>
                  <a:schemeClr val="dk1"/>
                </a:solidFill>
                <a:latin typeface="Livvic"/>
                <a:ea typeface="Livvic"/>
                <a:cs typeface="Livvic"/>
                <a:sym typeface="Livvic"/>
              </a:defRPr>
            </a:lvl1pPr>
            <a:lvl2pPr lvl="1" rtl="0">
              <a:spcBef>
                <a:spcPts val="0"/>
              </a:spcBef>
              <a:spcAft>
                <a:spcPts val="0"/>
              </a:spcAft>
              <a:buClr>
                <a:schemeClr val="dk1"/>
              </a:buClr>
              <a:buSzPts val="3000"/>
              <a:buFont typeface="Montserrat"/>
              <a:buNone/>
              <a:defRPr b="1" sz="3000">
                <a:solidFill>
                  <a:schemeClr val="dk1"/>
                </a:solidFill>
                <a:latin typeface="Montserrat"/>
                <a:ea typeface="Montserrat"/>
                <a:cs typeface="Montserrat"/>
                <a:sym typeface="Montserrat"/>
              </a:defRPr>
            </a:lvl2pPr>
            <a:lvl3pPr lvl="2" rtl="0">
              <a:spcBef>
                <a:spcPts val="0"/>
              </a:spcBef>
              <a:spcAft>
                <a:spcPts val="0"/>
              </a:spcAft>
              <a:buClr>
                <a:schemeClr val="dk1"/>
              </a:buClr>
              <a:buSzPts val="3000"/>
              <a:buFont typeface="Montserrat"/>
              <a:buNone/>
              <a:defRPr b="1" sz="3000">
                <a:solidFill>
                  <a:schemeClr val="dk1"/>
                </a:solidFill>
                <a:latin typeface="Montserrat"/>
                <a:ea typeface="Montserrat"/>
                <a:cs typeface="Montserrat"/>
                <a:sym typeface="Montserrat"/>
              </a:defRPr>
            </a:lvl3pPr>
            <a:lvl4pPr lvl="3" rtl="0">
              <a:spcBef>
                <a:spcPts val="0"/>
              </a:spcBef>
              <a:spcAft>
                <a:spcPts val="0"/>
              </a:spcAft>
              <a:buClr>
                <a:schemeClr val="dk1"/>
              </a:buClr>
              <a:buSzPts val="3000"/>
              <a:buFont typeface="Montserrat"/>
              <a:buNone/>
              <a:defRPr b="1" sz="3000">
                <a:solidFill>
                  <a:schemeClr val="dk1"/>
                </a:solidFill>
                <a:latin typeface="Montserrat"/>
                <a:ea typeface="Montserrat"/>
                <a:cs typeface="Montserrat"/>
                <a:sym typeface="Montserrat"/>
              </a:defRPr>
            </a:lvl4pPr>
            <a:lvl5pPr lvl="4" rtl="0">
              <a:spcBef>
                <a:spcPts val="0"/>
              </a:spcBef>
              <a:spcAft>
                <a:spcPts val="0"/>
              </a:spcAft>
              <a:buClr>
                <a:schemeClr val="dk1"/>
              </a:buClr>
              <a:buSzPts val="3000"/>
              <a:buFont typeface="Montserrat"/>
              <a:buNone/>
              <a:defRPr b="1" sz="3000">
                <a:solidFill>
                  <a:schemeClr val="dk1"/>
                </a:solidFill>
                <a:latin typeface="Montserrat"/>
                <a:ea typeface="Montserrat"/>
                <a:cs typeface="Montserrat"/>
                <a:sym typeface="Montserrat"/>
              </a:defRPr>
            </a:lvl5pPr>
            <a:lvl6pPr lvl="5" rtl="0">
              <a:spcBef>
                <a:spcPts val="0"/>
              </a:spcBef>
              <a:spcAft>
                <a:spcPts val="0"/>
              </a:spcAft>
              <a:buClr>
                <a:schemeClr val="dk1"/>
              </a:buClr>
              <a:buSzPts val="3000"/>
              <a:buFont typeface="Montserrat"/>
              <a:buNone/>
              <a:defRPr b="1" sz="3000">
                <a:solidFill>
                  <a:schemeClr val="dk1"/>
                </a:solidFill>
                <a:latin typeface="Montserrat"/>
                <a:ea typeface="Montserrat"/>
                <a:cs typeface="Montserrat"/>
                <a:sym typeface="Montserrat"/>
              </a:defRPr>
            </a:lvl6pPr>
            <a:lvl7pPr lvl="6" rtl="0">
              <a:spcBef>
                <a:spcPts val="0"/>
              </a:spcBef>
              <a:spcAft>
                <a:spcPts val="0"/>
              </a:spcAft>
              <a:buClr>
                <a:schemeClr val="dk1"/>
              </a:buClr>
              <a:buSzPts val="3000"/>
              <a:buFont typeface="Montserrat"/>
              <a:buNone/>
              <a:defRPr b="1" sz="3000">
                <a:solidFill>
                  <a:schemeClr val="dk1"/>
                </a:solidFill>
                <a:latin typeface="Montserrat"/>
                <a:ea typeface="Montserrat"/>
                <a:cs typeface="Montserrat"/>
                <a:sym typeface="Montserrat"/>
              </a:defRPr>
            </a:lvl7pPr>
            <a:lvl8pPr lvl="7" rtl="0">
              <a:spcBef>
                <a:spcPts val="0"/>
              </a:spcBef>
              <a:spcAft>
                <a:spcPts val="0"/>
              </a:spcAft>
              <a:buClr>
                <a:schemeClr val="dk1"/>
              </a:buClr>
              <a:buSzPts val="3000"/>
              <a:buFont typeface="Montserrat"/>
              <a:buNone/>
              <a:defRPr b="1" sz="3000">
                <a:solidFill>
                  <a:schemeClr val="dk1"/>
                </a:solidFill>
                <a:latin typeface="Montserrat"/>
                <a:ea typeface="Montserrat"/>
                <a:cs typeface="Montserrat"/>
                <a:sym typeface="Montserrat"/>
              </a:defRPr>
            </a:lvl8pPr>
            <a:lvl9pPr lvl="8" rtl="0">
              <a:spcBef>
                <a:spcPts val="0"/>
              </a:spcBef>
              <a:spcAft>
                <a:spcPts val="0"/>
              </a:spcAft>
              <a:buClr>
                <a:schemeClr val="dk1"/>
              </a:buClr>
              <a:buSzPts val="3000"/>
              <a:buFont typeface="Montserrat"/>
              <a:buNone/>
              <a:defRPr b="1" sz="3000">
                <a:solidFill>
                  <a:schemeClr val="dk1"/>
                </a:solidFill>
                <a:latin typeface="Montserrat"/>
                <a:ea typeface="Montserrat"/>
                <a:cs typeface="Montserrat"/>
                <a:sym typeface="Montserrat"/>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1pPr>
            <a:lvl2pPr indent="-304800" lvl="1" marL="914400">
              <a:lnSpc>
                <a:spcPct val="100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2pPr>
            <a:lvl3pPr indent="-304800" lvl="2" marL="1371600">
              <a:lnSpc>
                <a:spcPct val="100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3pPr>
            <a:lvl4pPr indent="-304800" lvl="3" marL="1828800">
              <a:lnSpc>
                <a:spcPct val="100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4pPr>
            <a:lvl5pPr indent="-304800" lvl="4" marL="2286000">
              <a:lnSpc>
                <a:spcPct val="100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5pPr>
            <a:lvl6pPr indent="-304800" lvl="5" marL="2743200">
              <a:lnSpc>
                <a:spcPct val="100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6pPr>
            <a:lvl7pPr indent="-304800" lvl="6" marL="3200400">
              <a:lnSpc>
                <a:spcPct val="100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7pPr>
            <a:lvl8pPr indent="-304800" lvl="7" marL="3657600">
              <a:lnSpc>
                <a:spcPct val="100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8pPr>
            <a:lvl9pPr indent="-304800" lvl="8" marL="4114800">
              <a:lnSpc>
                <a:spcPct val="100000"/>
              </a:lnSpc>
              <a:spcBef>
                <a:spcPts val="1600"/>
              </a:spcBef>
              <a:spcAft>
                <a:spcPts val="160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449">
          <p15:clr>
            <a:srgbClr val="EA4335"/>
          </p15:clr>
        </p15:guide>
        <p15:guide id="2" pos="5311">
          <p15:clr>
            <a:srgbClr val="EA4335"/>
          </p15:clr>
        </p15:guide>
        <p15:guide id="3" orient="horz" pos="340">
          <p15:clr>
            <a:srgbClr val="EA4335"/>
          </p15:clr>
        </p15:guide>
        <p15:guide id="4" orient="horz" pos="2900">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142" name="Shape 142"/>
        <p:cNvGrpSpPr/>
        <p:nvPr/>
      </p:nvGrpSpPr>
      <p:grpSpPr>
        <a:xfrm>
          <a:off x="0" y="0"/>
          <a:ext cx="0" cy="0"/>
          <a:chOff x="0" y="0"/>
          <a:chExt cx="0" cy="0"/>
        </a:xfrm>
      </p:grpSpPr>
      <p:sp>
        <p:nvSpPr>
          <p:cNvPr id="143" name="Google Shape;143;p32"/>
          <p:cNvSpPr txBox="1"/>
          <p:nvPr>
            <p:ph type="title"/>
          </p:nvPr>
        </p:nvSpPr>
        <p:spPr>
          <a:xfrm>
            <a:off x="713225" y="539500"/>
            <a:ext cx="7717500" cy="482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1pPr>
            <a:lvl2pPr lvl="1"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2pPr>
            <a:lvl3pPr lvl="2"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3pPr>
            <a:lvl4pPr lvl="3"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4pPr>
            <a:lvl5pPr lvl="4"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5pPr>
            <a:lvl6pPr lvl="5"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6pPr>
            <a:lvl7pPr lvl="6"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7pPr>
            <a:lvl8pPr lvl="7"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8pPr>
            <a:lvl9pPr lvl="8" algn="ctr">
              <a:spcBef>
                <a:spcPts val="0"/>
              </a:spcBef>
              <a:spcAft>
                <a:spcPts val="0"/>
              </a:spcAft>
              <a:buClr>
                <a:schemeClr val="lt1"/>
              </a:buClr>
              <a:buSzPts val="2400"/>
              <a:buFont typeface="Inter"/>
              <a:buNone/>
              <a:defRPr b="1" sz="2400">
                <a:solidFill>
                  <a:schemeClr val="lt1"/>
                </a:solidFill>
                <a:latin typeface="Inter"/>
                <a:ea typeface="Inter"/>
                <a:cs typeface="Inter"/>
                <a:sym typeface="Inter"/>
              </a:defRPr>
            </a:lvl9pPr>
          </a:lstStyle>
          <a:p/>
        </p:txBody>
      </p:sp>
      <p:sp>
        <p:nvSpPr>
          <p:cNvPr id="144" name="Google Shape;144;p32"/>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1pPr>
            <a:lvl2pPr indent="-298450" lvl="1" marL="9144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2pPr>
            <a:lvl3pPr indent="-298450" lvl="2" marL="13716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3pPr>
            <a:lvl4pPr indent="-298450" lvl="3" marL="18288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4pPr>
            <a:lvl5pPr indent="-298450" lvl="4" marL="22860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5pPr>
            <a:lvl6pPr indent="-298450" lvl="5" marL="27432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6pPr>
            <a:lvl7pPr indent="-298450" lvl="6" marL="32004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7pPr>
            <a:lvl8pPr indent="-298450" lvl="7" marL="36576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8pPr>
            <a:lvl9pPr indent="-298450" lvl="8" marL="411480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 id="2147483680"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 Id="rId3" Type="http://schemas.openxmlformats.org/officeDocument/2006/relationships/chart" Target="../charts/char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 Id="rId3" Type="http://schemas.openxmlformats.org/officeDocument/2006/relationships/chart" Target="../charts/char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 Id="rId3" Type="http://schemas.openxmlformats.org/officeDocument/2006/relationships/chart" Target="../charts/char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 Id="rId3" Type="http://schemas.openxmlformats.org/officeDocument/2006/relationships/image" Target="../media/image30.png"/><Relationship Id="rId4" Type="http://schemas.openxmlformats.org/officeDocument/2006/relationships/chart" Target="../charts/char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 Id="rId3" Type="http://schemas.openxmlformats.org/officeDocument/2006/relationships/chart" Target="../charts/char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 Id="rId3" Type="http://schemas.openxmlformats.org/officeDocument/2006/relationships/image" Target="../media/image3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 Id="rId3" Type="http://schemas.openxmlformats.org/officeDocument/2006/relationships/image" Target="../media/image3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 Id="rId3" Type="http://schemas.openxmlformats.org/officeDocument/2006/relationships/image" Target="../media/image3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6" name="Shape 156"/>
        <p:cNvGrpSpPr/>
        <p:nvPr/>
      </p:nvGrpSpPr>
      <p:grpSpPr>
        <a:xfrm>
          <a:off x="0" y="0"/>
          <a:ext cx="0" cy="0"/>
          <a:chOff x="0" y="0"/>
          <a:chExt cx="0" cy="0"/>
        </a:xfrm>
      </p:grpSpPr>
      <p:pic>
        <p:nvPicPr>
          <p:cNvPr id="157" name="Google Shape;157;p36"/>
          <p:cNvPicPr preferRelativeResize="0"/>
          <p:nvPr/>
        </p:nvPicPr>
        <p:blipFill rotWithShape="1">
          <a:blip r:embed="rId3">
            <a:alphaModFix/>
          </a:blip>
          <a:srcRect b="0" l="0" r="0" t="0"/>
          <a:stretch/>
        </p:blipFill>
        <p:spPr>
          <a:xfrm flipH="1">
            <a:off x="2214590" y="0"/>
            <a:ext cx="6929408" cy="5143500"/>
          </a:xfrm>
          <a:prstGeom prst="rect">
            <a:avLst/>
          </a:prstGeom>
          <a:noFill/>
          <a:ln>
            <a:noFill/>
          </a:ln>
        </p:spPr>
      </p:pic>
      <p:sp>
        <p:nvSpPr>
          <p:cNvPr id="158" name="Google Shape;158;p36"/>
          <p:cNvSpPr/>
          <p:nvPr/>
        </p:nvSpPr>
        <p:spPr>
          <a:xfrm rot="5400000">
            <a:off x="1428875" y="13850"/>
            <a:ext cx="3358800" cy="5026500"/>
          </a:xfrm>
          <a:prstGeom prst="rect">
            <a:avLst/>
          </a:prstGeom>
          <a:solidFill>
            <a:srgbClr val="908269">
              <a:alpha val="86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6"/>
          <p:cNvSpPr txBox="1"/>
          <p:nvPr>
            <p:ph idx="1" type="subTitle"/>
          </p:nvPr>
        </p:nvSpPr>
        <p:spPr>
          <a:xfrm>
            <a:off x="1039575" y="3401568"/>
            <a:ext cx="3840480" cy="717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400">
                <a:solidFill>
                  <a:schemeClr val="lt1"/>
                </a:solidFill>
              </a:rPr>
              <a:t>Riesgo sísmico por zona en Los Santos · UTSmart IA Challenge 2027</a:t>
            </a:r>
            <a:endParaRPr>
              <a:solidFill>
                <a:schemeClr val="lt1"/>
              </a:solidFill>
            </a:endParaRPr>
          </a:p>
        </p:txBody>
      </p:sp>
      <p:sp>
        <p:nvSpPr>
          <p:cNvPr id="160" name="Google Shape;160;p36"/>
          <p:cNvSpPr txBox="1"/>
          <p:nvPr>
            <p:ph type="ctrTitle"/>
          </p:nvPr>
        </p:nvSpPr>
        <p:spPr>
          <a:xfrm>
            <a:off x="1039575" y="1701225"/>
            <a:ext cx="4592400" cy="178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400">
                <a:solidFill>
                  <a:schemeClr val="lt1"/>
                </a:solidFill>
              </a:rPr>
              <a:t>CENTINELAS</a:t>
            </a:r>
            <a:endParaRPr>
              <a:solidFill>
                <a:schemeClr val="lt1"/>
              </a:solidFill>
            </a:endParaRPr>
          </a:p>
          <a:p>
            <a:r>
              <a:rPr lang="en" sz="3400">
                <a:solidFill>
                  <a:schemeClr val="lt1"/>
                </a:solidFill>
              </a:rPr>
              <a:t>DE SANTANDER</a:t>
            </a:r>
          </a:p>
        </p:txBody>
      </p:sp>
      <p:sp>
        <p:nvSpPr>
          <p:cNvPr id="161" name="Google Shape;161;p36"/>
          <p:cNvSpPr/>
          <p:nvPr/>
        </p:nvSpPr>
        <p:spPr>
          <a:xfrm flipH="1" rot="-5400000">
            <a:off x="7354200" y="2416550"/>
            <a:ext cx="3358800" cy="221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5" name="Shape 605"/>
        <p:cNvGrpSpPr/>
        <p:nvPr/>
      </p:nvGrpSpPr>
      <p:grpSpPr>
        <a:xfrm>
          <a:off x="0" y="0"/>
          <a:ext cx="0" cy="0"/>
          <a:chOff x="0" y="0"/>
          <a:chExt cx="0" cy="0"/>
        </a:xfrm>
      </p:grpSpPr>
      <p:pic>
        <p:nvPicPr>
          <p:cNvPr id="606" name="Google Shape;606;p61"/>
          <p:cNvPicPr preferRelativeResize="0"/>
          <p:nvPr/>
        </p:nvPicPr>
        <p:blipFill>
          <a:blip r:embed="rId3">
            <a:alphaModFix/>
          </a:blip>
          <a:stretch>
            <a:fillRect/>
          </a:stretch>
        </p:blipFill>
        <p:spPr>
          <a:xfrm>
            <a:off x="3981435" y="0"/>
            <a:ext cx="5162558" cy="5143500"/>
          </a:xfrm>
          <a:prstGeom prst="rect">
            <a:avLst/>
          </a:prstGeom>
          <a:noFill/>
          <a:ln>
            <a:noFill/>
          </a:ln>
        </p:spPr>
      </p:pic>
      <p:sp>
        <p:nvSpPr>
          <p:cNvPr id="607" name="Google Shape;607;p61"/>
          <p:cNvSpPr/>
          <p:nvPr/>
        </p:nvSpPr>
        <p:spPr>
          <a:xfrm rot="5400000">
            <a:off x="1428875" y="205200"/>
            <a:ext cx="3358800" cy="5026500"/>
          </a:xfrm>
          <a:prstGeom prst="rect">
            <a:avLst/>
          </a:prstGeom>
          <a:solidFill>
            <a:srgbClr val="908269">
              <a:alpha val="61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61"/>
          <p:cNvSpPr txBox="1"/>
          <p:nvPr>
            <p:ph idx="1" type="subTitle"/>
          </p:nvPr>
        </p:nvSpPr>
        <p:spPr>
          <a:xfrm>
            <a:off x="831200" y="2314225"/>
            <a:ext cx="3081600" cy="178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lt1"/>
                </a:solidFill>
              </a:rPr>
              <a:t>¿Preguntas?</a:t>
            </a:r>
            <a:endParaRPr>
              <a:solidFill>
                <a:schemeClr val="lt1"/>
              </a:solidFill>
            </a:endParaRPr>
          </a:p>
          <a:p>
            <a:r>
              <a:rPr lang="en" sz="1400">
                <a:solidFill>
                  <a:schemeClr val="lt1"/>
                </a:solidFill>
              </a:rPr>
              <a:t/>
            </a:r>
          </a:p>
          <a:p>
            <a:r>
              <a:rPr lang="en" sz="1400">
                <a:solidFill>
                  <a:schemeClr val="lt1"/>
                </a:solidFill>
              </a:rPr>
              <a:t>Santiago Steven Arias Estupiñán</a:t>
            </a:r>
          </a:p>
          <a:p>
            <a:r>
              <a:rPr lang="en" sz="1400">
                <a:solidFill>
                  <a:schemeClr val="lt1"/>
                </a:solidFill>
              </a:rPr>
              <a:t>Duván Andrés Palacio Figueredo</a:t>
            </a:r>
          </a:p>
          <a:p>
            <a:r>
              <a:rPr lang="en" sz="1400">
                <a:solidFill>
                  <a:schemeClr val="lt1"/>
                </a:solidFill>
              </a:rPr>
              <a:t>Camilo Andrés Bueno Rey</a:t>
            </a:r>
          </a:p>
          <a:p>
            <a:r>
              <a:rPr lang="en" sz="1400">
                <a:solidFill>
                  <a:schemeClr val="lt1"/>
                </a:solidFill>
              </a:rPr>
              <a:t/>
            </a:r>
          </a:p>
          <a:p>
            <a:r>
              <a:rPr lang="en" sz="1400">
                <a:solidFill>
                  <a:schemeClr val="lt1"/>
                </a:solidFill>
              </a:rPr>
              <a:t>UTSmart IA Challenge 2027</a:t>
            </a:r>
          </a:p>
        </p:txBody>
      </p:sp>
      <p:sp>
        <p:nvSpPr>
          <p:cNvPr id="609" name="Google Shape;609;p61"/>
          <p:cNvSpPr txBox="1"/>
          <p:nvPr>
            <p:ph type="ctrTitle"/>
          </p:nvPr>
        </p:nvSpPr>
        <p:spPr>
          <a:xfrm>
            <a:off x="831200" y="376498"/>
            <a:ext cx="3867300" cy="205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400">
                <a:solidFill>
                  <a:schemeClr val="lt1"/>
                </a:solidFill>
              </a:rPr>
              <a:t>GRACIAS</a:t>
            </a:r>
            <a:endParaRPr sz="3000">
              <a:solidFill>
                <a:schemeClr val="lt1"/>
              </a:solidFill>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EL PROBLEMA</a:t>
            </a:r>
          </a:p>
        </p:txBody>
      </p:sp>
      <p:sp>
        <p:nvSpPr>
          <p:cNvPr id="3" name="TextBox 2"/>
          <p:cNvSpPr txBox="1"/>
          <p:nvPr/>
        </p:nvSpPr>
        <p:spPr>
          <a:xfrm>
            <a:off x="457200" y="411480"/>
            <a:ext cx="7315200" cy="914400"/>
          </a:xfrm>
          <a:prstGeom prst="rect">
            <a:avLst/>
          </a:prstGeom>
          <a:noFill/>
        </p:spPr>
        <p:txBody>
          <a:bodyPr wrap="square" anchor="t" lIns="0" rIns="0" tIns="0" bIns="0">
            <a:spAutoFit/>
          </a:bodyPr>
          <a:lstStyle/>
          <a:p>
            <a:pPr algn="l">
              <a:spcAft>
                <a:spcPts val="600"/>
              </a:spcAft>
            </a:pPr>
            <a:r>
              <a:rPr b="1" sz="2500">
                <a:solidFill>
                  <a:srgbClr val="434343"/>
                </a:solidFill>
                <a:latin typeface="Livvic"/>
              </a:rPr>
              <a:t>¿Qué zonas de Los Santos van a temblar más el próximo trimestre?</a:t>
            </a:r>
          </a:p>
        </p:txBody>
      </p:sp>
      <p:sp>
        <p:nvSpPr>
          <p:cNvPr id="4" name="Rectangle 3"/>
          <p:cNvSpPr/>
          <p:nvPr/>
        </p:nvSpPr>
        <p:spPr>
          <a:xfrm>
            <a:off x="457200" y="1508760"/>
            <a:ext cx="2331720" cy="1188720"/>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00200"/>
            <a:ext cx="2057400" cy="548640"/>
          </a:xfrm>
          <a:prstGeom prst="rect">
            <a:avLst/>
          </a:prstGeom>
          <a:noFill/>
        </p:spPr>
        <p:txBody>
          <a:bodyPr wrap="square" anchor="t" lIns="0" rIns="0" tIns="0" bIns="0">
            <a:spAutoFit/>
          </a:bodyPr>
          <a:lstStyle/>
          <a:p>
            <a:pPr algn="l">
              <a:spcAft>
                <a:spcPts val="600"/>
              </a:spcAft>
            </a:pPr>
            <a:r>
              <a:rPr b="1" sz="2800">
                <a:solidFill>
                  <a:srgbClr val="FFFFFF"/>
                </a:solidFill>
                <a:latin typeface="Livvic"/>
              </a:rPr>
              <a:t>184.723</a:t>
            </a:r>
          </a:p>
        </p:txBody>
      </p:sp>
      <p:sp>
        <p:nvSpPr>
          <p:cNvPr id="6" name="TextBox 5"/>
          <p:cNvSpPr txBox="1"/>
          <p:nvPr/>
        </p:nvSpPr>
        <p:spPr>
          <a:xfrm>
            <a:off x="594360" y="2148839"/>
            <a:ext cx="2057400" cy="502920"/>
          </a:xfrm>
          <a:prstGeom prst="rect">
            <a:avLst/>
          </a:prstGeom>
          <a:noFill/>
        </p:spPr>
        <p:txBody>
          <a:bodyPr wrap="square" anchor="t" lIns="0" rIns="0" tIns="0" bIns="0">
            <a:spAutoFit/>
          </a:bodyPr>
          <a:lstStyle/>
          <a:p>
            <a:pPr algn="l">
              <a:spcAft>
                <a:spcPts val="600"/>
              </a:spcAft>
            </a:pPr>
            <a:r>
              <a:rPr b="0" sz="1250">
                <a:solidFill>
                  <a:srgbClr val="FFFFFF"/>
                </a:solidFill>
                <a:latin typeface="Catamaran"/>
              </a:rPr>
              <a:t>sismos en el catálogo del SGC</a:t>
            </a:r>
          </a:p>
        </p:txBody>
      </p:sp>
      <p:sp>
        <p:nvSpPr>
          <p:cNvPr id="7" name="Rectangle 6"/>
          <p:cNvSpPr/>
          <p:nvPr/>
        </p:nvSpPr>
        <p:spPr>
          <a:xfrm>
            <a:off x="2926080" y="1508760"/>
            <a:ext cx="2331720" cy="1188720"/>
          </a:xfrm>
          <a:prstGeom prst="rect">
            <a:avLst/>
          </a:prstGeom>
          <a:solidFill>
            <a:srgbClr val="43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63240" y="1600200"/>
            <a:ext cx="2057400" cy="548640"/>
          </a:xfrm>
          <a:prstGeom prst="rect">
            <a:avLst/>
          </a:prstGeom>
          <a:noFill/>
        </p:spPr>
        <p:txBody>
          <a:bodyPr wrap="square" anchor="t" lIns="0" rIns="0" tIns="0" bIns="0">
            <a:spAutoFit/>
          </a:bodyPr>
          <a:lstStyle/>
          <a:p>
            <a:pPr algn="l">
              <a:spcAft>
                <a:spcPts val="600"/>
              </a:spcAft>
            </a:pPr>
            <a:r>
              <a:rPr b="1" sz="2800">
                <a:solidFill>
                  <a:srgbClr val="FFFFFF"/>
                </a:solidFill>
                <a:latin typeface="Livvic"/>
              </a:rPr>
              <a:t>150 km</a:t>
            </a:r>
          </a:p>
        </p:txBody>
      </p:sp>
      <p:sp>
        <p:nvSpPr>
          <p:cNvPr id="9" name="TextBox 8"/>
          <p:cNvSpPr txBox="1"/>
          <p:nvPr/>
        </p:nvSpPr>
        <p:spPr>
          <a:xfrm>
            <a:off x="3063240" y="2148839"/>
            <a:ext cx="2057400" cy="502920"/>
          </a:xfrm>
          <a:prstGeom prst="rect">
            <a:avLst/>
          </a:prstGeom>
          <a:noFill/>
        </p:spPr>
        <p:txBody>
          <a:bodyPr wrap="square" anchor="t" lIns="0" rIns="0" tIns="0" bIns="0">
            <a:spAutoFit/>
          </a:bodyPr>
          <a:lstStyle/>
          <a:p>
            <a:pPr algn="l">
              <a:spcAft>
                <a:spcPts val="600"/>
              </a:spcAft>
            </a:pPr>
            <a:r>
              <a:rPr b="0" sz="1250">
                <a:solidFill>
                  <a:srgbClr val="FFFFFF"/>
                </a:solidFill>
                <a:latin typeface="Catamaran"/>
              </a:rPr>
              <a:t>de profundidad: el Nido de Bucaramanga</a:t>
            </a:r>
          </a:p>
        </p:txBody>
      </p:sp>
      <p:sp>
        <p:nvSpPr>
          <p:cNvPr id="10" name="Rectangle 9"/>
          <p:cNvSpPr/>
          <p:nvPr/>
        </p:nvSpPr>
        <p:spPr>
          <a:xfrm>
            <a:off x="5394960" y="1508760"/>
            <a:ext cx="2331720" cy="1188720"/>
          </a:xfrm>
          <a:prstGeom prst="rect">
            <a:avLst/>
          </a:prstGeom>
          <a:solidFill>
            <a:srgbClr val="B6A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32120" y="1600200"/>
            <a:ext cx="2057400" cy="548640"/>
          </a:xfrm>
          <a:prstGeom prst="rect">
            <a:avLst/>
          </a:prstGeom>
          <a:noFill/>
        </p:spPr>
        <p:txBody>
          <a:bodyPr wrap="square" anchor="t" lIns="0" rIns="0" tIns="0" bIns="0">
            <a:spAutoFit/>
          </a:bodyPr>
          <a:lstStyle/>
          <a:p>
            <a:pPr algn="l">
              <a:spcAft>
                <a:spcPts val="600"/>
              </a:spcAft>
            </a:pPr>
            <a:r>
              <a:rPr b="1" sz="2800">
                <a:solidFill>
                  <a:srgbClr val="434343"/>
                </a:solidFill>
                <a:latin typeface="Livvic"/>
              </a:rPr>
              <a:t>30 zonas</a:t>
            </a:r>
          </a:p>
        </p:txBody>
      </p:sp>
      <p:sp>
        <p:nvSpPr>
          <p:cNvPr id="12" name="TextBox 11"/>
          <p:cNvSpPr txBox="1"/>
          <p:nvPr/>
        </p:nvSpPr>
        <p:spPr>
          <a:xfrm>
            <a:off x="5532120" y="2148839"/>
            <a:ext cx="2057400" cy="502920"/>
          </a:xfrm>
          <a:prstGeom prst="rect">
            <a:avLst/>
          </a:prstGeom>
          <a:noFill/>
        </p:spPr>
        <p:txBody>
          <a:bodyPr wrap="square" anchor="t" lIns="0" rIns="0" tIns="0" bIns="0">
            <a:spAutoFit/>
          </a:bodyPr>
          <a:lstStyle/>
          <a:p>
            <a:pPr algn="l">
              <a:spcAft>
                <a:spcPts val="600"/>
              </a:spcAft>
            </a:pPr>
            <a:r>
              <a:rPr b="0" sz="1250">
                <a:solidFill>
                  <a:srgbClr val="434343"/>
                </a:solidFill>
                <a:latin typeface="Catamaran"/>
              </a:rPr>
              <a:t>celdas de 5,5 km que clasificamos</a:t>
            </a:r>
          </a:p>
        </p:txBody>
      </p:sp>
      <p:sp>
        <p:nvSpPr>
          <p:cNvPr id="13" name="TextBox 12"/>
          <p:cNvSpPr txBox="1"/>
          <p:nvPr/>
        </p:nvSpPr>
        <p:spPr>
          <a:xfrm>
            <a:off x="457200" y="2971800"/>
            <a:ext cx="7315200" cy="1737360"/>
          </a:xfrm>
          <a:prstGeom prst="rect">
            <a:avLst/>
          </a:prstGeom>
          <a:noFill/>
        </p:spPr>
        <p:txBody>
          <a:bodyPr wrap="square" anchor="t" lIns="0" rIns="0" tIns="0" bIns="0">
            <a:spAutoFit/>
          </a:bodyPr>
          <a:lstStyle/>
          <a:p>
            <a:pPr algn="l">
              <a:spcAft>
                <a:spcPts val="1000"/>
              </a:spcAft>
            </a:pPr>
            <a:r>
              <a:rPr b="1" sz="1600">
                <a:solidFill>
                  <a:srgbClr val="434343"/>
                </a:solidFill>
                <a:latin typeface="Catamaran"/>
              </a:rPr>
              <a:t>El reto: </a:t>
            </a:r>
            <a:r>
              <a:rPr b="0" sz="1600">
                <a:solidFill>
                  <a:srgbClr val="434343"/>
                </a:solidFill>
                <a:latin typeface="Catamaran"/>
              </a:rPr>
              <a:t>clasificar el riesgo de una zona en bajo, medio o alto, con datos oficiales y un modelo supervisado.</a:t>
            </a:r>
          </a:p>
          <a:p>
            <a:pPr algn="l">
              <a:spcAft>
                <a:spcPts val="1000"/>
              </a:spcAft>
            </a:pPr>
            <a:r>
              <a:rPr b="1" sz="1600">
                <a:solidFill>
                  <a:srgbClr val="434343"/>
                </a:solidFill>
                <a:latin typeface="Catamaran"/>
              </a:rPr>
              <a:t>Lo difícil no es el algoritmo, son los datos. </a:t>
            </a:r>
            <a:r>
              <a:rPr b="0" sz="1600">
                <a:solidFill>
                  <a:srgbClr val="434343"/>
                </a:solidFill>
                <a:latin typeface="Catamaran"/>
              </a:rPr>
              <a:t>La red detecta cada vez más sismos pequeños y los sismos tienen azar.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LA SOLUCIÓN</a:t>
            </a:r>
          </a:p>
        </p:txBody>
      </p:sp>
      <p:sp>
        <p:nvSpPr>
          <p:cNvPr id="3" name="Rectangle 2"/>
          <p:cNvSpPr/>
          <p:nvPr/>
        </p:nvSpPr>
        <p:spPr>
          <a:xfrm>
            <a:off x="411480" y="548640"/>
            <a:ext cx="1600200" cy="3246120"/>
          </a:xfrm>
          <a:prstGeom prst="rect">
            <a:avLst/>
          </a:prstGeom>
          <a:solidFill>
            <a:srgbClr val="E3D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4632" y="640080"/>
            <a:ext cx="1453896" cy="320040"/>
          </a:xfrm>
          <a:prstGeom prst="rect">
            <a:avLst/>
          </a:prstGeom>
          <a:noFill/>
        </p:spPr>
        <p:txBody>
          <a:bodyPr wrap="square" anchor="t" lIns="0" rIns="0" tIns="0" bIns="0">
            <a:spAutoFit/>
          </a:bodyPr>
          <a:lstStyle/>
          <a:p>
            <a:pPr algn="ctr">
              <a:spcAft>
                <a:spcPts val="600"/>
              </a:spcAft>
            </a:pPr>
            <a:r>
              <a:rPr b="1" sz="1400">
                <a:solidFill>
                  <a:srgbClr val="434343"/>
                </a:solidFill>
                <a:latin typeface="Livvic"/>
              </a:rPr>
              <a:t>DATOS</a:t>
            </a:r>
          </a:p>
        </p:txBody>
      </p:sp>
      <p:sp>
        <p:nvSpPr>
          <p:cNvPr id="5" name="TextBox 4"/>
          <p:cNvSpPr txBox="1"/>
          <p:nvPr/>
        </p:nvSpPr>
        <p:spPr>
          <a:xfrm>
            <a:off x="484632" y="1005840"/>
            <a:ext cx="1453896" cy="2743200"/>
          </a:xfrm>
          <a:prstGeom prst="rect">
            <a:avLst/>
          </a:prstGeom>
          <a:noFill/>
        </p:spPr>
        <p:txBody>
          <a:bodyPr wrap="square" anchor="t" lIns="0" rIns="0" tIns="0" bIns="0">
            <a:spAutoFit/>
          </a:bodyPr>
          <a:lstStyle/>
          <a:p>
            <a:pPr algn="ctr">
              <a:spcAft>
                <a:spcPts val="200"/>
              </a:spcAft>
            </a:pPr>
            <a:r>
              <a:rPr b="0" sz="1250">
                <a:solidFill>
                  <a:srgbClr val="434343"/>
                </a:solidFill>
                <a:latin typeface="Catamaran"/>
              </a:rPr>
              <a:t>SGC</a:t>
            </a:r>
          </a:p>
          <a:p>
            <a:pPr algn="ctr">
              <a:spcAft>
                <a:spcPts val="200"/>
              </a:spcAft>
            </a:pPr>
            <a:r>
              <a:rPr b="0" sz="1250">
                <a:solidFill>
                  <a:srgbClr val="434343"/>
                </a:solidFill>
                <a:latin typeface="Catamaran"/>
              </a:rPr>
              <a:t>sismos</a:t>
            </a:r>
          </a:p>
          <a:p>
            <a:pPr algn="ctr">
              <a:spcAft>
                <a:spcPts val="200"/>
              </a:spcAft>
            </a:pPr>
            <a:r>
              <a:rPr b="0" sz="1250">
                <a:solidFill>
                  <a:srgbClr val="434343"/>
                </a:solidFill>
                <a:latin typeface="Catamaran"/>
              </a:rPr>
              <a:t/>
            </a:r>
          </a:p>
          <a:p>
            <a:pPr algn="ctr">
              <a:spcAft>
                <a:spcPts val="200"/>
              </a:spcAft>
            </a:pPr>
            <a:r>
              <a:rPr b="0" sz="1250">
                <a:solidFill>
                  <a:srgbClr val="434343"/>
                </a:solidFill>
                <a:latin typeface="Catamaran"/>
              </a:rPr>
              <a:t>USGS</a:t>
            </a:r>
          </a:p>
          <a:p>
            <a:pPr algn="ctr">
              <a:spcAft>
                <a:spcPts val="200"/>
              </a:spcAft>
            </a:pPr>
            <a:r>
              <a:rPr b="0" sz="1250">
                <a:solidFill>
                  <a:srgbClr val="434343"/>
                </a:solidFill>
                <a:latin typeface="Catamaran"/>
              </a:rPr>
              <a:t>intensidades</a:t>
            </a:r>
          </a:p>
          <a:p>
            <a:pPr algn="ctr">
              <a:spcAft>
                <a:spcPts val="200"/>
              </a:spcAft>
            </a:pPr>
            <a:r>
              <a:rPr b="0" sz="1250">
                <a:solidFill>
                  <a:srgbClr val="434343"/>
                </a:solidFill>
                <a:latin typeface="Catamaran"/>
              </a:rPr>
              <a:t/>
            </a:r>
          </a:p>
          <a:p>
            <a:pPr algn="ctr">
              <a:spcAft>
                <a:spcPts val="200"/>
              </a:spcAft>
            </a:pPr>
            <a:r>
              <a:rPr b="0" sz="1250">
                <a:solidFill>
                  <a:srgbClr val="434343"/>
                </a:solidFill>
                <a:latin typeface="Catamaran"/>
              </a:rPr>
              <a:t>DANE</a:t>
            </a:r>
          </a:p>
          <a:p>
            <a:pPr algn="ctr">
              <a:spcAft>
                <a:spcPts val="200"/>
              </a:spcAft>
            </a:pPr>
            <a:r>
              <a:rPr b="0" sz="1250">
                <a:solidFill>
                  <a:srgbClr val="434343"/>
                </a:solidFill>
                <a:latin typeface="Catamaran"/>
              </a:rPr>
              <a:t>población</a:t>
            </a:r>
          </a:p>
          <a:p>
            <a:pPr algn="ctr">
              <a:spcAft>
                <a:spcPts val="200"/>
              </a:spcAft>
            </a:pPr>
            <a:r>
              <a:rPr b="0" sz="1250">
                <a:solidFill>
                  <a:srgbClr val="434343"/>
                </a:solidFill>
                <a:latin typeface="Catamaran"/>
              </a:rPr>
              <a:t/>
            </a:r>
          </a:p>
          <a:p>
            <a:pPr algn="ctr">
              <a:spcAft>
                <a:spcPts val="200"/>
              </a:spcAft>
            </a:pPr>
            <a:r>
              <a:rPr b="0" sz="1250">
                <a:solidFill>
                  <a:srgbClr val="434343"/>
                </a:solidFill>
                <a:latin typeface="Catamaran"/>
              </a:rPr>
              <a:t>UNGRD</a:t>
            </a:r>
          </a:p>
          <a:p>
            <a:pPr algn="ctr">
              <a:spcAft>
                <a:spcPts val="200"/>
              </a:spcAft>
            </a:pPr>
            <a:r>
              <a:rPr b="0" sz="1250">
                <a:solidFill>
                  <a:srgbClr val="434343"/>
                </a:solidFill>
                <a:latin typeface="Catamaran"/>
              </a:rPr>
              <a:t>emergencias</a:t>
            </a:r>
          </a:p>
        </p:txBody>
      </p:sp>
      <p:sp>
        <p:nvSpPr>
          <p:cNvPr id="6" name="Right Arrow 5"/>
          <p:cNvSpPr/>
          <p:nvPr/>
        </p:nvSpPr>
        <p:spPr>
          <a:xfrm>
            <a:off x="2048256" y="2057400"/>
            <a:ext cx="292608" cy="237744"/>
          </a:xfrm>
          <a:prstGeom prst="rightArrow">
            <a:avLst/>
          </a:prstGeom>
          <a:solidFill>
            <a:srgbClr val="43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95728" y="548640"/>
            <a:ext cx="2286000" cy="731520"/>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68880" y="640080"/>
            <a:ext cx="2139696" cy="320040"/>
          </a:xfrm>
          <a:prstGeom prst="rect">
            <a:avLst/>
          </a:prstGeom>
          <a:noFill/>
        </p:spPr>
        <p:txBody>
          <a:bodyPr wrap="square" anchor="t" lIns="0" rIns="0" tIns="0" bIns="0">
            <a:spAutoFit/>
          </a:bodyPr>
          <a:lstStyle/>
          <a:p>
            <a:pPr algn="ctr">
              <a:spcAft>
                <a:spcPts val="600"/>
              </a:spcAft>
            </a:pPr>
            <a:r>
              <a:rPr b="1" sz="1400">
                <a:solidFill>
                  <a:srgbClr val="FFFFFF"/>
                </a:solidFill>
                <a:latin typeface="Livvic"/>
              </a:rPr>
              <a:t>1 · Los Santos</a:t>
            </a:r>
          </a:p>
        </p:txBody>
      </p:sp>
      <p:sp>
        <p:nvSpPr>
          <p:cNvPr id="9" name="TextBox 8"/>
          <p:cNvSpPr txBox="1"/>
          <p:nvPr/>
        </p:nvSpPr>
        <p:spPr>
          <a:xfrm>
            <a:off x="2468880" y="1005840"/>
            <a:ext cx="2139696" cy="228600"/>
          </a:xfrm>
          <a:prstGeom prst="rect">
            <a:avLst/>
          </a:prstGeom>
          <a:noFill/>
        </p:spPr>
        <p:txBody>
          <a:bodyPr wrap="square" anchor="t" lIns="0" rIns="0" tIns="0" bIns="0">
            <a:spAutoFit/>
          </a:bodyPr>
          <a:lstStyle/>
          <a:p>
            <a:pPr algn="ctr">
              <a:spcAft>
                <a:spcPts val="200"/>
              </a:spcAft>
            </a:pPr>
            <a:r>
              <a:rPr b="0" sz="1250">
                <a:solidFill>
                  <a:srgbClr val="FFFFFF"/>
                </a:solidFill>
                <a:latin typeface="Catamaran"/>
              </a:rPr>
              <a:t>30 celdas</a:t>
            </a:r>
          </a:p>
        </p:txBody>
      </p:sp>
      <p:sp>
        <p:nvSpPr>
          <p:cNvPr id="10" name="Rectangle 9"/>
          <p:cNvSpPr/>
          <p:nvPr/>
        </p:nvSpPr>
        <p:spPr>
          <a:xfrm>
            <a:off x="2395728" y="1389888"/>
            <a:ext cx="2286000" cy="731520"/>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1481328"/>
            <a:ext cx="2139696" cy="320040"/>
          </a:xfrm>
          <a:prstGeom prst="rect">
            <a:avLst/>
          </a:prstGeom>
          <a:noFill/>
        </p:spPr>
        <p:txBody>
          <a:bodyPr wrap="square" anchor="t" lIns="0" rIns="0" tIns="0" bIns="0">
            <a:spAutoFit/>
          </a:bodyPr>
          <a:lstStyle/>
          <a:p>
            <a:pPr algn="ctr">
              <a:spcAft>
                <a:spcPts val="600"/>
              </a:spcAft>
            </a:pPr>
            <a:r>
              <a:rPr b="1" sz="1400">
                <a:solidFill>
                  <a:srgbClr val="FFFFFF"/>
                </a:solidFill>
                <a:latin typeface="Livvic"/>
              </a:rPr>
              <a:t>2 · Santander</a:t>
            </a:r>
          </a:p>
        </p:txBody>
      </p:sp>
      <p:sp>
        <p:nvSpPr>
          <p:cNvPr id="12" name="TextBox 11"/>
          <p:cNvSpPr txBox="1"/>
          <p:nvPr/>
        </p:nvSpPr>
        <p:spPr>
          <a:xfrm>
            <a:off x="2468880" y="1847088"/>
            <a:ext cx="2139696" cy="228600"/>
          </a:xfrm>
          <a:prstGeom prst="rect">
            <a:avLst/>
          </a:prstGeom>
          <a:noFill/>
        </p:spPr>
        <p:txBody>
          <a:bodyPr wrap="square" anchor="t" lIns="0" rIns="0" tIns="0" bIns="0">
            <a:spAutoFit/>
          </a:bodyPr>
          <a:lstStyle/>
          <a:p>
            <a:pPr algn="ctr">
              <a:spcAft>
                <a:spcPts val="200"/>
              </a:spcAft>
            </a:pPr>
            <a:r>
              <a:rPr b="0" sz="1250">
                <a:solidFill>
                  <a:srgbClr val="FFFFFF"/>
                </a:solidFill>
                <a:latin typeface="Catamaran"/>
              </a:rPr>
              <a:t>358 celdas</a:t>
            </a:r>
          </a:p>
        </p:txBody>
      </p:sp>
      <p:sp>
        <p:nvSpPr>
          <p:cNvPr id="13" name="Rectangle 12"/>
          <p:cNvSpPr/>
          <p:nvPr/>
        </p:nvSpPr>
        <p:spPr>
          <a:xfrm>
            <a:off x="2395728" y="2231136"/>
            <a:ext cx="2286000" cy="731520"/>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68880" y="2322576"/>
            <a:ext cx="2139696" cy="320040"/>
          </a:xfrm>
          <a:prstGeom prst="rect">
            <a:avLst/>
          </a:prstGeom>
          <a:noFill/>
        </p:spPr>
        <p:txBody>
          <a:bodyPr wrap="square" anchor="t" lIns="0" rIns="0" tIns="0" bIns="0">
            <a:spAutoFit/>
          </a:bodyPr>
          <a:lstStyle/>
          <a:p>
            <a:pPr algn="ctr">
              <a:spcAft>
                <a:spcPts val="600"/>
              </a:spcAft>
            </a:pPr>
            <a:r>
              <a:rPr b="1" sz="1400">
                <a:solidFill>
                  <a:srgbClr val="FFFFFF"/>
                </a:solidFill>
                <a:latin typeface="Livvic"/>
              </a:rPr>
              <a:t>3 · Viviendas</a:t>
            </a:r>
          </a:p>
        </p:txBody>
      </p:sp>
      <p:sp>
        <p:nvSpPr>
          <p:cNvPr id="15" name="TextBox 14"/>
          <p:cNvSpPr txBox="1"/>
          <p:nvPr/>
        </p:nvSpPr>
        <p:spPr>
          <a:xfrm>
            <a:off x="2468880" y="2688336"/>
            <a:ext cx="2139696" cy="228600"/>
          </a:xfrm>
          <a:prstGeom prst="rect">
            <a:avLst/>
          </a:prstGeom>
          <a:noFill/>
        </p:spPr>
        <p:txBody>
          <a:bodyPr wrap="square" anchor="t" lIns="0" rIns="0" tIns="0" bIns="0">
            <a:spAutoFit/>
          </a:bodyPr>
          <a:lstStyle/>
          <a:p>
            <a:pPr algn="ctr">
              <a:spcAft>
                <a:spcPts val="200"/>
              </a:spcAft>
            </a:pPr>
            <a:r>
              <a:rPr b="0" sz="1250">
                <a:solidFill>
                  <a:srgbClr val="FFFFFF"/>
                </a:solidFill>
                <a:latin typeface="Catamaran"/>
              </a:rPr>
              <a:t>y costos</a:t>
            </a:r>
          </a:p>
        </p:txBody>
      </p:sp>
      <p:sp>
        <p:nvSpPr>
          <p:cNvPr id="16" name="Rectangle 15"/>
          <p:cNvSpPr/>
          <p:nvPr/>
        </p:nvSpPr>
        <p:spPr>
          <a:xfrm>
            <a:off x="2395728" y="3072384"/>
            <a:ext cx="2286000" cy="731520"/>
          </a:xfrm>
          <a:prstGeom prst="rect">
            <a:avLst/>
          </a:prstGeom>
          <a:solidFill>
            <a:srgbClr val="B6A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3163824"/>
            <a:ext cx="2139696" cy="320040"/>
          </a:xfrm>
          <a:prstGeom prst="rect">
            <a:avLst/>
          </a:prstGeom>
          <a:noFill/>
        </p:spPr>
        <p:txBody>
          <a:bodyPr wrap="square" anchor="t" lIns="0" rIns="0" tIns="0" bIns="0">
            <a:spAutoFit/>
          </a:bodyPr>
          <a:lstStyle/>
          <a:p>
            <a:pPr algn="ctr">
              <a:spcAft>
                <a:spcPts val="600"/>
              </a:spcAft>
            </a:pPr>
            <a:r>
              <a:rPr b="1" sz="1400">
                <a:solidFill>
                  <a:srgbClr val="434343"/>
                </a:solidFill>
                <a:latin typeface="Livvic"/>
              </a:rPr>
              <a:t>Simulador</a:t>
            </a:r>
          </a:p>
        </p:txBody>
      </p:sp>
      <p:sp>
        <p:nvSpPr>
          <p:cNvPr id="18" name="TextBox 17"/>
          <p:cNvSpPr txBox="1"/>
          <p:nvPr/>
        </p:nvSpPr>
        <p:spPr>
          <a:xfrm>
            <a:off x="2468880" y="3529584"/>
            <a:ext cx="2139696" cy="228600"/>
          </a:xfrm>
          <a:prstGeom prst="rect">
            <a:avLst/>
          </a:prstGeom>
          <a:noFill/>
        </p:spPr>
        <p:txBody>
          <a:bodyPr wrap="square" anchor="t" lIns="0" rIns="0" tIns="0" bIns="0">
            <a:spAutoFit/>
          </a:bodyPr>
          <a:lstStyle/>
          <a:p>
            <a:pPr algn="ctr">
              <a:spcAft>
                <a:spcPts val="200"/>
              </a:spcAft>
            </a:pPr>
            <a:r>
              <a:rPr b="0" sz="1250">
                <a:solidFill>
                  <a:srgbClr val="434343"/>
                </a:solidFill>
                <a:latin typeface="Catamaran"/>
              </a:rPr>
              <a:t>de sacudida</a:t>
            </a:r>
          </a:p>
        </p:txBody>
      </p:sp>
      <p:sp>
        <p:nvSpPr>
          <p:cNvPr id="19" name="Right Arrow 18"/>
          <p:cNvSpPr/>
          <p:nvPr/>
        </p:nvSpPr>
        <p:spPr>
          <a:xfrm>
            <a:off x="4718304" y="2057400"/>
            <a:ext cx="292608" cy="237744"/>
          </a:xfrm>
          <a:prstGeom prst="rightArrow">
            <a:avLst/>
          </a:prstGeom>
          <a:solidFill>
            <a:srgbClr val="43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65776" y="548640"/>
            <a:ext cx="1325880" cy="3246120"/>
          </a:xfrm>
          <a:prstGeom prst="rect">
            <a:avLst/>
          </a:prstGeom>
          <a:solidFill>
            <a:srgbClr val="43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38928" y="640080"/>
            <a:ext cx="1179576" cy="320040"/>
          </a:xfrm>
          <a:prstGeom prst="rect">
            <a:avLst/>
          </a:prstGeom>
          <a:noFill/>
        </p:spPr>
        <p:txBody>
          <a:bodyPr wrap="square" anchor="t" lIns="0" rIns="0" tIns="0" bIns="0">
            <a:spAutoFit/>
          </a:bodyPr>
          <a:lstStyle/>
          <a:p>
            <a:pPr algn="ctr">
              <a:spcAft>
                <a:spcPts val="600"/>
              </a:spcAft>
            </a:pPr>
            <a:r>
              <a:rPr b="1" sz="1400">
                <a:solidFill>
                  <a:srgbClr val="FFFFFF"/>
                </a:solidFill>
                <a:latin typeface="Livvic"/>
              </a:rPr>
              <a:t>BACKEND</a:t>
            </a:r>
          </a:p>
        </p:txBody>
      </p:sp>
      <p:sp>
        <p:nvSpPr>
          <p:cNvPr id="22" name="TextBox 21"/>
          <p:cNvSpPr txBox="1"/>
          <p:nvPr/>
        </p:nvSpPr>
        <p:spPr>
          <a:xfrm>
            <a:off x="5138928" y="1005840"/>
            <a:ext cx="1179576" cy="2743200"/>
          </a:xfrm>
          <a:prstGeom prst="rect">
            <a:avLst/>
          </a:prstGeom>
          <a:noFill/>
        </p:spPr>
        <p:txBody>
          <a:bodyPr wrap="square" anchor="t" lIns="0" rIns="0" tIns="0" bIns="0">
            <a:spAutoFit/>
          </a:bodyPr>
          <a:lstStyle/>
          <a:p>
            <a:pPr algn="ctr">
              <a:spcAft>
                <a:spcPts val="200"/>
              </a:spcAft>
            </a:pPr>
            <a:r>
              <a:rPr b="0" sz="1250">
                <a:solidFill>
                  <a:srgbClr val="FFFFFF"/>
                </a:solidFill>
                <a:latin typeface="Catamaran"/>
              </a:rPr>
              <a:t>FastAPI</a:t>
            </a:r>
          </a:p>
          <a:p>
            <a:pPr algn="ctr">
              <a:spcAft>
                <a:spcPts val="200"/>
              </a:spcAft>
            </a:pPr>
            <a:r>
              <a:rPr b="0" sz="1250">
                <a:solidFill>
                  <a:srgbClr val="FFFFFF"/>
                </a:solidFill>
                <a:latin typeface="Catamaran"/>
              </a:rPr>
              <a:t>Python</a:t>
            </a:r>
          </a:p>
          <a:p>
            <a:pPr algn="ctr">
              <a:spcAft>
                <a:spcPts val="200"/>
              </a:spcAft>
            </a:pPr>
            <a:r>
              <a:rPr b="0" sz="1250">
                <a:solidFill>
                  <a:srgbClr val="FFFFFF"/>
                </a:solidFill>
                <a:latin typeface="Catamaran"/>
              </a:rPr>
              <a:t/>
            </a:r>
          </a:p>
          <a:p>
            <a:pPr algn="ctr">
              <a:spcAft>
                <a:spcPts val="200"/>
              </a:spcAft>
            </a:pPr>
            <a:r>
              <a:rPr b="0" sz="1250">
                <a:solidFill>
                  <a:srgbClr val="FFFFFF"/>
                </a:solidFill>
                <a:latin typeface="Catamaran"/>
              </a:rPr>
              <a:t>API REST</a:t>
            </a:r>
          </a:p>
          <a:p>
            <a:pPr algn="ctr">
              <a:spcAft>
                <a:spcPts val="200"/>
              </a:spcAft>
            </a:pPr>
            <a:r>
              <a:rPr b="0" sz="1250">
                <a:solidFill>
                  <a:srgbClr val="FFFFFF"/>
                </a:solidFill>
                <a:latin typeface="Catamaran"/>
              </a:rPr>
              <a:t/>
            </a:r>
          </a:p>
          <a:p>
            <a:pPr algn="ctr">
              <a:spcAft>
                <a:spcPts val="200"/>
              </a:spcAft>
            </a:pPr>
            <a:r>
              <a:rPr b="0" sz="1250">
                <a:solidFill>
                  <a:srgbClr val="FFFFFF"/>
                </a:solidFill>
                <a:latin typeface="Catamaran"/>
              </a:rPr>
              <a:t>22 pruebas</a:t>
            </a:r>
          </a:p>
          <a:p>
            <a:pPr algn="ctr">
              <a:spcAft>
                <a:spcPts val="200"/>
              </a:spcAft>
            </a:pPr>
            <a:r>
              <a:rPr b="0" sz="1250">
                <a:solidFill>
                  <a:srgbClr val="FFFFFF"/>
                </a:solidFill>
                <a:latin typeface="Catamaran"/>
              </a:rPr>
              <a:t/>
            </a:r>
          </a:p>
          <a:p>
            <a:pPr algn="ctr">
              <a:spcAft>
                <a:spcPts val="200"/>
              </a:spcAft>
            </a:pPr>
            <a:r>
              <a:rPr b="0" sz="1250">
                <a:solidFill>
                  <a:srgbClr val="FFFFFF"/>
                </a:solidFill>
                <a:latin typeface="Catamaran"/>
              </a:rPr>
              <a:t>Cloud Run</a:t>
            </a:r>
          </a:p>
        </p:txBody>
      </p:sp>
      <p:sp>
        <p:nvSpPr>
          <p:cNvPr id="23" name="Right Arrow 22"/>
          <p:cNvSpPr/>
          <p:nvPr/>
        </p:nvSpPr>
        <p:spPr>
          <a:xfrm>
            <a:off x="6428232" y="2057400"/>
            <a:ext cx="292608" cy="237744"/>
          </a:xfrm>
          <a:prstGeom prst="rightArrow">
            <a:avLst/>
          </a:prstGeom>
          <a:solidFill>
            <a:srgbClr val="43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775704" y="548640"/>
            <a:ext cx="1097280" cy="3246120"/>
          </a:xfrm>
          <a:prstGeom prst="rect">
            <a:avLst/>
          </a:prstGeom>
          <a:solidFill>
            <a:srgbClr val="43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48856" y="640080"/>
            <a:ext cx="950976" cy="320040"/>
          </a:xfrm>
          <a:prstGeom prst="rect">
            <a:avLst/>
          </a:prstGeom>
          <a:noFill/>
        </p:spPr>
        <p:txBody>
          <a:bodyPr wrap="square" anchor="t" lIns="0" rIns="0" tIns="0" bIns="0">
            <a:spAutoFit/>
          </a:bodyPr>
          <a:lstStyle/>
          <a:p>
            <a:pPr algn="ctr">
              <a:spcAft>
                <a:spcPts val="600"/>
              </a:spcAft>
            </a:pPr>
            <a:r>
              <a:rPr b="1" sz="1400">
                <a:solidFill>
                  <a:srgbClr val="FFFFFF"/>
                </a:solidFill>
                <a:latin typeface="Livvic"/>
              </a:rPr>
              <a:t>FRONT</a:t>
            </a:r>
          </a:p>
        </p:txBody>
      </p:sp>
      <p:sp>
        <p:nvSpPr>
          <p:cNvPr id="26" name="TextBox 25"/>
          <p:cNvSpPr txBox="1"/>
          <p:nvPr/>
        </p:nvSpPr>
        <p:spPr>
          <a:xfrm>
            <a:off x="6848856" y="1005840"/>
            <a:ext cx="950976" cy="2743200"/>
          </a:xfrm>
          <a:prstGeom prst="rect">
            <a:avLst/>
          </a:prstGeom>
          <a:noFill/>
        </p:spPr>
        <p:txBody>
          <a:bodyPr wrap="square" anchor="t" lIns="0" rIns="0" tIns="0" bIns="0">
            <a:spAutoFit/>
          </a:bodyPr>
          <a:lstStyle/>
          <a:p>
            <a:pPr algn="ctr">
              <a:spcAft>
                <a:spcPts val="200"/>
              </a:spcAft>
            </a:pPr>
            <a:r>
              <a:rPr b="0" sz="1250">
                <a:solidFill>
                  <a:srgbClr val="FFFFFF"/>
                </a:solidFill>
                <a:latin typeface="Catamaran"/>
              </a:rPr>
              <a:t>React</a:t>
            </a:r>
          </a:p>
          <a:p>
            <a:pPr algn="ctr">
              <a:spcAft>
                <a:spcPts val="200"/>
              </a:spcAft>
            </a:pPr>
            <a:r>
              <a:rPr b="0" sz="1250">
                <a:solidFill>
                  <a:srgbClr val="FFFFFF"/>
                </a:solidFill>
                <a:latin typeface="Catamaran"/>
              </a:rPr>
              <a:t>deck.gl</a:t>
            </a:r>
          </a:p>
          <a:p>
            <a:pPr algn="ctr">
              <a:spcAft>
                <a:spcPts val="200"/>
              </a:spcAft>
            </a:pPr>
            <a:r>
              <a:rPr b="0" sz="1250">
                <a:solidFill>
                  <a:srgbClr val="FFFFFF"/>
                </a:solidFill>
                <a:latin typeface="Catamaran"/>
              </a:rPr>
              <a:t/>
            </a:r>
          </a:p>
          <a:p>
            <a:pPr algn="ctr">
              <a:spcAft>
                <a:spcPts val="200"/>
              </a:spcAft>
            </a:pPr>
            <a:r>
              <a:rPr b="0" sz="1250">
                <a:solidFill>
                  <a:srgbClr val="FFFFFF"/>
                </a:solidFill>
                <a:latin typeface="Catamaran"/>
              </a:rPr>
              <a:t>Relieve</a:t>
            </a:r>
          </a:p>
          <a:p>
            <a:pPr algn="ctr">
              <a:spcAft>
                <a:spcPts val="200"/>
              </a:spcAft>
            </a:pPr>
            <a:r>
              <a:rPr b="0" sz="1250">
                <a:solidFill>
                  <a:srgbClr val="FFFFFF"/>
                </a:solidFill>
                <a:latin typeface="Catamaran"/>
              </a:rPr>
              <a:t>3D</a:t>
            </a:r>
          </a:p>
          <a:p>
            <a:pPr algn="ctr">
              <a:spcAft>
                <a:spcPts val="200"/>
              </a:spcAft>
            </a:pPr>
            <a:r>
              <a:rPr b="0" sz="1250">
                <a:solidFill>
                  <a:srgbClr val="FFFFFF"/>
                </a:solidFill>
                <a:latin typeface="Catamaran"/>
              </a:rPr>
              <a:t/>
            </a:r>
          </a:p>
          <a:p>
            <a:pPr algn="ctr">
              <a:spcAft>
                <a:spcPts val="200"/>
              </a:spcAft>
            </a:pPr>
            <a:r>
              <a:rPr b="0" sz="1250">
                <a:solidFill>
                  <a:srgbClr val="FFFFFF"/>
                </a:solidFill>
                <a:latin typeface="Catamaran"/>
              </a:rPr>
              <a:t>Vercel</a:t>
            </a:r>
          </a:p>
        </p:txBody>
      </p:sp>
      <p:sp>
        <p:nvSpPr>
          <p:cNvPr id="27" name="TextBox 26"/>
          <p:cNvSpPr txBox="1"/>
          <p:nvPr/>
        </p:nvSpPr>
        <p:spPr>
          <a:xfrm>
            <a:off x="411480" y="4023360"/>
            <a:ext cx="7452360" cy="640080"/>
          </a:xfrm>
          <a:prstGeom prst="rect">
            <a:avLst/>
          </a:prstGeom>
          <a:noFill/>
        </p:spPr>
        <p:txBody>
          <a:bodyPr wrap="square" anchor="t" lIns="0" rIns="0" tIns="0" bIns="0">
            <a:spAutoFit/>
          </a:bodyPr>
          <a:lstStyle/>
          <a:p>
            <a:pPr algn="l">
              <a:spcAft>
                <a:spcPts val="600"/>
              </a:spcAft>
            </a:pPr>
            <a:r>
              <a:rPr b="1" sz="1700">
                <a:solidFill>
                  <a:srgbClr val="434343"/>
                </a:solidFill>
                <a:latin typeface="Catamaran"/>
              </a:rPr>
              <a:t>Tres modelos supervisados, </a:t>
            </a:r>
            <a:r>
              <a:rPr b="0" sz="1700">
                <a:solidFill>
                  <a:srgbClr val="434343"/>
                </a:solidFill>
                <a:latin typeface="Catamaran"/>
              </a:rPr>
              <a:t>cada uno entrenado y validado por separado.</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DATOS Y LIMPIEZA</a:t>
            </a:r>
          </a:p>
        </p:txBody>
      </p:sp>
      <p:sp>
        <p:nvSpPr>
          <p:cNvPr id="3" name="Rectangle 2"/>
          <p:cNvSpPr/>
          <p:nvPr/>
        </p:nvSpPr>
        <p:spPr>
          <a:xfrm>
            <a:off x="457200" y="548640"/>
            <a:ext cx="566928" cy="585216"/>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48640"/>
            <a:ext cx="566928" cy="585216"/>
          </a:xfrm>
          <a:prstGeom prst="rect">
            <a:avLst/>
          </a:prstGeom>
          <a:noFill/>
        </p:spPr>
        <p:txBody>
          <a:bodyPr wrap="square" anchor="ctr" lIns="0" rIns="0" tIns="0" bIns="0">
            <a:spAutoFit/>
          </a:bodyPr>
          <a:lstStyle/>
          <a:p>
            <a:pPr algn="ctr">
              <a:spcAft>
                <a:spcPts val="600"/>
              </a:spcAft>
            </a:pPr>
            <a:r>
              <a:rPr b="1" sz="2200">
                <a:solidFill>
                  <a:srgbClr val="FFFFFF"/>
                </a:solidFill>
                <a:latin typeface="Livvic"/>
              </a:rPr>
              <a:t>1</a:t>
            </a:r>
          </a:p>
        </p:txBody>
      </p:sp>
      <p:sp>
        <p:nvSpPr>
          <p:cNvPr id="5" name="Rectangle 4"/>
          <p:cNvSpPr/>
          <p:nvPr/>
        </p:nvSpPr>
        <p:spPr>
          <a:xfrm>
            <a:off x="1060704" y="548640"/>
            <a:ext cx="2514600" cy="585216"/>
          </a:xfrm>
          <a:prstGeom prst="rect">
            <a:avLst/>
          </a:prstGeom>
          <a:solidFill>
            <a:srgbClr val="E3D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548640"/>
            <a:ext cx="2331720" cy="585216"/>
          </a:xfrm>
          <a:prstGeom prst="rect">
            <a:avLst/>
          </a:prstGeom>
          <a:noFill/>
        </p:spPr>
        <p:txBody>
          <a:bodyPr wrap="square" anchor="ctr" lIns="0" rIns="0" tIns="0" bIns="0">
            <a:spAutoFit/>
          </a:bodyPr>
          <a:lstStyle/>
          <a:p>
            <a:pPr algn="l">
              <a:spcAft>
                <a:spcPts val="600"/>
              </a:spcAft>
            </a:pPr>
            <a:r>
              <a:rPr b="1" sz="1500">
                <a:solidFill>
                  <a:srgbClr val="434343"/>
                </a:solidFill>
                <a:latin typeface="Catamaran"/>
              </a:rPr>
              <a:t>Texto → número</a:t>
            </a:r>
          </a:p>
        </p:txBody>
      </p:sp>
      <p:sp>
        <p:nvSpPr>
          <p:cNvPr id="7" name="Rectangle 6"/>
          <p:cNvSpPr/>
          <p:nvPr/>
        </p:nvSpPr>
        <p:spPr>
          <a:xfrm>
            <a:off x="457200" y="1225295"/>
            <a:ext cx="566928" cy="585216"/>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25295"/>
            <a:ext cx="566928" cy="585216"/>
          </a:xfrm>
          <a:prstGeom prst="rect">
            <a:avLst/>
          </a:prstGeom>
          <a:noFill/>
        </p:spPr>
        <p:txBody>
          <a:bodyPr wrap="square" anchor="ctr" lIns="0" rIns="0" tIns="0" bIns="0">
            <a:spAutoFit/>
          </a:bodyPr>
          <a:lstStyle/>
          <a:p>
            <a:pPr algn="ctr">
              <a:spcAft>
                <a:spcPts val="600"/>
              </a:spcAft>
            </a:pPr>
            <a:r>
              <a:rPr b="1" sz="2200">
                <a:solidFill>
                  <a:srgbClr val="FFFFFF"/>
                </a:solidFill>
                <a:latin typeface="Livvic"/>
              </a:rPr>
              <a:t>2</a:t>
            </a:r>
          </a:p>
        </p:txBody>
      </p:sp>
      <p:sp>
        <p:nvSpPr>
          <p:cNvPr id="9" name="Rectangle 8"/>
          <p:cNvSpPr/>
          <p:nvPr/>
        </p:nvSpPr>
        <p:spPr>
          <a:xfrm>
            <a:off x="1060704" y="1225295"/>
            <a:ext cx="2514600" cy="585216"/>
          </a:xfrm>
          <a:prstGeom prst="rect">
            <a:avLst/>
          </a:prstGeom>
          <a:solidFill>
            <a:srgbClr val="E3D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1225295"/>
            <a:ext cx="2331720" cy="585216"/>
          </a:xfrm>
          <a:prstGeom prst="rect">
            <a:avLst/>
          </a:prstGeom>
          <a:noFill/>
        </p:spPr>
        <p:txBody>
          <a:bodyPr wrap="square" anchor="ctr" lIns="0" rIns="0" tIns="0" bIns="0">
            <a:spAutoFit/>
          </a:bodyPr>
          <a:lstStyle/>
          <a:p>
            <a:pPr algn="l">
              <a:spcAft>
                <a:spcPts val="600"/>
              </a:spcAft>
            </a:pPr>
            <a:r>
              <a:rPr b="1" sz="1500">
                <a:solidFill>
                  <a:srgbClr val="434343"/>
                </a:solidFill>
                <a:latin typeface="Catamaran"/>
              </a:rPr>
              <a:t>Texto → fecha</a:t>
            </a:r>
          </a:p>
        </p:txBody>
      </p:sp>
      <p:sp>
        <p:nvSpPr>
          <p:cNvPr id="11" name="Rectangle 10"/>
          <p:cNvSpPr/>
          <p:nvPr/>
        </p:nvSpPr>
        <p:spPr>
          <a:xfrm>
            <a:off x="457200" y="1901952"/>
            <a:ext cx="566928" cy="585216"/>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901952"/>
            <a:ext cx="566928" cy="585216"/>
          </a:xfrm>
          <a:prstGeom prst="rect">
            <a:avLst/>
          </a:prstGeom>
          <a:noFill/>
        </p:spPr>
        <p:txBody>
          <a:bodyPr wrap="square" anchor="ctr" lIns="0" rIns="0" tIns="0" bIns="0">
            <a:spAutoFit/>
          </a:bodyPr>
          <a:lstStyle/>
          <a:p>
            <a:pPr algn="ctr">
              <a:spcAft>
                <a:spcPts val="600"/>
              </a:spcAft>
            </a:pPr>
            <a:r>
              <a:rPr b="1" sz="2200">
                <a:solidFill>
                  <a:srgbClr val="FFFFFF"/>
                </a:solidFill>
                <a:latin typeface="Livvic"/>
              </a:rPr>
              <a:t>3</a:t>
            </a:r>
          </a:p>
        </p:txBody>
      </p:sp>
      <p:sp>
        <p:nvSpPr>
          <p:cNvPr id="13" name="Rectangle 12"/>
          <p:cNvSpPr/>
          <p:nvPr/>
        </p:nvSpPr>
        <p:spPr>
          <a:xfrm>
            <a:off x="1060704" y="1901952"/>
            <a:ext cx="2514600" cy="585216"/>
          </a:xfrm>
          <a:prstGeom prst="rect">
            <a:avLst/>
          </a:prstGeom>
          <a:solidFill>
            <a:srgbClr val="E3D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1901952"/>
            <a:ext cx="2331720" cy="585216"/>
          </a:xfrm>
          <a:prstGeom prst="rect">
            <a:avLst/>
          </a:prstGeom>
          <a:noFill/>
        </p:spPr>
        <p:txBody>
          <a:bodyPr wrap="square" anchor="ctr" lIns="0" rIns="0" tIns="0" bIns="0">
            <a:spAutoFit/>
          </a:bodyPr>
          <a:lstStyle/>
          <a:p>
            <a:pPr algn="l">
              <a:spcAft>
                <a:spcPts val="600"/>
              </a:spcAft>
            </a:pPr>
            <a:r>
              <a:rPr b="1" sz="1500">
                <a:solidFill>
                  <a:srgbClr val="434343"/>
                </a:solidFill>
                <a:latin typeface="Catamaran"/>
              </a:rPr>
              <a:t>Sin datos clave: 0</a:t>
            </a:r>
          </a:p>
        </p:txBody>
      </p:sp>
      <p:sp>
        <p:nvSpPr>
          <p:cNvPr id="15" name="Rectangle 14"/>
          <p:cNvSpPr/>
          <p:nvPr/>
        </p:nvSpPr>
        <p:spPr>
          <a:xfrm>
            <a:off x="457200" y="2578608"/>
            <a:ext cx="566928" cy="585216"/>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578608"/>
            <a:ext cx="566928" cy="585216"/>
          </a:xfrm>
          <a:prstGeom prst="rect">
            <a:avLst/>
          </a:prstGeom>
          <a:noFill/>
        </p:spPr>
        <p:txBody>
          <a:bodyPr wrap="square" anchor="ctr" lIns="0" rIns="0" tIns="0" bIns="0">
            <a:spAutoFit/>
          </a:bodyPr>
          <a:lstStyle/>
          <a:p>
            <a:pPr algn="ctr">
              <a:spcAft>
                <a:spcPts val="600"/>
              </a:spcAft>
            </a:pPr>
            <a:r>
              <a:rPr b="1" sz="2200">
                <a:solidFill>
                  <a:srgbClr val="FFFFFF"/>
                </a:solidFill>
                <a:latin typeface="Livvic"/>
              </a:rPr>
              <a:t>4</a:t>
            </a:r>
          </a:p>
        </p:txBody>
      </p:sp>
      <p:sp>
        <p:nvSpPr>
          <p:cNvPr id="17" name="Rectangle 16"/>
          <p:cNvSpPr/>
          <p:nvPr/>
        </p:nvSpPr>
        <p:spPr>
          <a:xfrm>
            <a:off x="1060704" y="2578608"/>
            <a:ext cx="2514600" cy="585216"/>
          </a:xfrm>
          <a:prstGeom prst="rect">
            <a:avLst/>
          </a:prstGeom>
          <a:solidFill>
            <a:srgbClr val="E3D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2578608"/>
            <a:ext cx="2331720" cy="585216"/>
          </a:xfrm>
          <a:prstGeom prst="rect">
            <a:avLst/>
          </a:prstGeom>
          <a:noFill/>
        </p:spPr>
        <p:txBody>
          <a:bodyPr wrap="square" anchor="ctr" lIns="0" rIns="0" tIns="0" bIns="0">
            <a:spAutoFit/>
          </a:bodyPr>
          <a:lstStyle/>
          <a:p>
            <a:pPr algn="l">
              <a:spcAft>
                <a:spcPts val="600"/>
              </a:spcAft>
            </a:pPr>
            <a:r>
              <a:rPr b="1" sz="1500">
                <a:solidFill>
                  <a:srgbClr val="434343"/>
                </a:solidFill>
                <a:latin typeface="Catamaran"/>
              </a:rPr>
              <a:t>Repetidos: 0</a:t>
            </a:r>
          </a:p>
        </p:txBody>
      </p:sp>
      <p:sp>
        <p:nvSpPr>
          <p:cNvPr id="19" name="Rectangle 18"/>
          <p:cNvSpPr/>
          <p:nvPr/>
        </p:nvSpPr>
        <p:spPr>
          <a:xfrm>
            <a:off x="457200" y="3255264"/>
            <a:ext cx="566928" cy="585216"/>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255264"/>
            <a:ext cx="566928" cy="585216"/>
          </a:xfrm>
          <a:prstGeom prst="rect">
            <a:avLst/>
          </a:prstGeom>
          <a:noFill/>
        </p:spPr>
        <p:txBody>
          <a:bodyPr wrap="square" anchor="ctr" lIns="0" rIns="0" tIns="0" bIns="0">
            <a:spAutoFit/>
          </a:bodyPr>
          <a:lstStyle/>
          <a:p>
            <a:pPr algn="ctr">
              <a:spcAft>
                <a:spcPts val="600"/>
              </a:spcAft>
            </a:pPr>
            <a:r>
              <a:rPr b="1" sz="2200">
                <a:solidFill>
                  <a:srgbClr val="FFFFFF"/>
                </a:solidFill>
                <a:latin typeface="Livvic"/>
              </a:rPr>
              <a:t>5</a:t>
            </a:r>
          </a:p>
        </p:txBody>
      </p:sp>
      <p:sp>
        <p:nvSpPr>
          <p:cNvPr id="21" name="Rectangle 20"/>
          <p:cNvSpPr/>
          <p:nvPr/>
        </p:nvSpPr>
        <p:spPr>
          <a:xfrm>
            <a:off x="1060704" y="3255264"/>
            <a:ext cx="2514600" cy="585216"/>
          </a:xfrm>
          <a:prstGeom prst="rect">
            <a:avLst/>
          </a:prstGeom>
          <a:solidFill>
            <a:srgbClr val="E3D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3255264"/>
            <a:ext cx="2331720" cy="585216"/>
          </a:xfrm>
          <a:prstGeom prst="rect">
            <a:avLst/>
          </a:prstGeom>
          <a:noFill/>
        </p:spPr>
        <p:txBody>
          <a:bodyPr wrap="square" anchor="ctr" lIns="0" rIns="0" tIns="0" bIns="0">
            <a:spAutoFit/>
          </a:bodyPr>
          <a:lstStyle/>
          <a:p>
            <a:pPr algn="l">
              <a:spcAft>
                <a:spcPts val="600"/>
              </a:spcAft>
            </a:pPr>
            <a:r>
              <a:rPr b="1" sz="1500">
                <a:solidFill>
                  <a:srgbClr val="434343"/>
                </a:solidFill>
                <a:latin typeface="Catamaran"/>
              </a:rPr>
              <a:t>Energía liberada</a:t>
            </a:r>
          </a:p>
        </p:txBody>
      </p:sp>
      <p:sp>
        <p:nvSpPr>
          <p:cNvPr id="23" name="Rectangle 22"/>
          <p:cNvSpPr/>
          <p:nvPr/>
        </p:nvSpPr>
        <p:spPr>
          <a:xfrm>
            <a:off x="3840480" y="548640"/>
            <a:ext cx="3931920" cy="1371600"/>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77639" y="621792"/>
            <a:ext cx="3657600" cy="548640"/>
          </a:xfrm>
          <a:prstGeom prst="rect">
            <a:avLst/>
          </a:prstGeom>
          <a:noFill/>
        </p:spPr>
        <p:txBody>
          <a:bodyPr wrap="square" anchor="t" lIns="0" rIns="0" tIns="0" bIns="0">
            <a:spAutoFit/>
          </a:bodyPr>
          <a:lstStyle/>
          <a:p>
            <a:pPr algn="l">
              <a:spcAft>
                <a:spcPts val="600"/>
              </a:spcAft>
            </a:pPr>
            <a:r>
              <a:rPr b="1" sz="2700">
                <a:solidFill>
                  <a:srgbClr val="FFFFFF"/>
                </a:solidFill>
                <a:latin typeface="Livvic"/>
              </a:rPr>
              <a:t>184.723 → 184.723</a:t>
            </a:r>
          </a:p>
        </p:txBody>
      </p:sp>
      <p:sp>
        <p:nvSpPr>
          <p:cNvPr id="25" name="TextBox 24"/>
          <p:cNvSpPr txBox="1"/>
          <p:nvPr/>
        </p:nvSpPr>
        <p:spPr>
          <a:xfrm>
            <a:off x="3977639" y="1261872"/>
            <a:ext cx="3657600" cy="548640"/>
          </a:xfrm>
          <a:prstGeom prst="rect">
            <a:avLst/>
          </a:prstGeom>
          <a:noFill/>
        </p:spPr>
        <p:txBody>
          <a:bodyPr wrap="square" anchor="t" lIns="0" rIns="0" tIns="0" bIns="0">
            <a:spAutoFit/>
          </a:bodyPr>
          <a:lstStyle/>
          <a:p>
            <a:pPr algn="l">
              <a:spcAft>
                <a:spcPts val="600"/>
              </a:spcAft>
            </a:pPr>
            <a:r>
              <a:rPr b="0" sz="1350">
                <a:solidFill>
                  <a:srgbClr val="FFFFFF"/>
                </a:solidFill>
                <a:latin typeface="Catamaran"/>
              </a:rPr>
              <a:t>sismos antes y después: no se pierde ninguno</a:t>
            </a:r>
          </a:p>
        </p:txBody>
      </p:sp>
      <p:sp>
        <p:nvSpPr>
          <p:cNvPr id="26" name="TextBox 25"/>
          <p:cNvSpPr txBox="1"/>
          <p:nvPr/>
        </p:nvSpPr>
        <p:spPr>
          <a:xfrm>
            <a:off x="3840480" y="2194560"/>
            <a:ext cx="3931920" cy="2560320"/>
          </a:xfrm>
          <a:prstGeom prst="rect">
            <a:avLst/>
          </a:prstGeom>
          <a:noFill/>
        </p:spPr>
        <p:txBody>
          <a:bodyPr wrap="square" anchor="t" lIns="0" rIns="0" tIns="0" bIns="0">
            <a:spAutoFit/>
          </a:bodyPr>
          <a:lstStyle/>
          <a:p>
            <a:pPr algn="l">
              <a:spcAft>
                <a:spcPts val="1000"/>
              </a:spcAft>
            </a:pPr>
            <a:r>
              <a:rPr b="1" sz="1500">
                <a:solidFill>
                  <a:srgbClr val="434343"/>
                </a:solidFill>
                <a:latin typeface="Catamaran"/>
              </a:rPr>
              <a:t>Fuentes oficiales: </a:t>
            </a:r>
            <a:r>
              <a:rPr b="0" sz="1500">
                <a:solidFill>
                  <a:srgbClr val="434343"/>
                </a:solidFill>
                <a:latin typeface="Catamaran"/>
              </a:rPr>
              <a:t>SGC, USGS, DANE y UNGRD.</a:t>
            </a:r>
          </a:p>
          <a:p>
            <a:pPr algn="l">
              <a:spcAft>
                <a:spcPts val="1000"/>
              </a:spcAft>
            </a:pPr>
            <a:r>
              <a:rPr b="1" sz="1500">
                <a:solidFill>
                  <a:srgbClr val="434343"/>
                </a:solidFill>
                <a:latin typeface="Catamaran"/>
              </a:rPr>
              <a:t>Faltantes: </a:t>
            </a:r>
            <a:r>
              <a:rPr b="0" sz="1500">
                <a:solidFill>
                  <a:srgbClr val="434343"/>
                </a:solidFill>
                <a:latin typeface="Catamaran"/>
              </a:rPr>
              <a:t>no se inventan ni se rellenan.</a:t>
            </a:r>
          </a:p>
          <a:p>
            <a:pPr algn="l">
              <a:spcAft>
                <a:spcPts val="1000"/>
              </a:spcAft>
            </a:pPr>
            <a:r>
              <a:rPr b="1" sz="1500">
                <a:solidFill>
                  <a:srgbClr val="434343"/>
                </a:solidFill>
                <a:latin typeface="Catamaran"/>
              </a:rPr>
              <a:t>Todo registrado: </a:t>
            </a:r>
            <a:r>
              <a:rPr b="0" sz="1500">
                <a:solidFill>
                  <a:srgbClr val="434343"/>
                </a:solidFill>
                <a:latin typeface="Catamaran"/>
              </a:rPr>
              <a:t>un cuaderno por modelo imprime cada paso.</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LA DECISIÓN CLAVE</a:t>
            </a:r>
          </a:p>
        </p:txBody>
      </p:sp>
      <p:sp>
        <p:nvSpPr>
          <p:cNvPr id="3" name="TextBox 2"/>
          <p:cNvSpPr txBox="1"/>
          <p:nvPr/>
        </p:nvSpPr>
        <p:spPr>
          <a:xfrm>
            <a:off x="457200" y="384048"/>
            <a:ext cx="7315200" cy="822960"/>
          </a:xfrm>
          <a:prstGeom prst="rect">
            <a:avLst/>
          </a:prstGeom>
          <a:noFill/>
        </p:spPr>
        <p:txBody>
          <a:bodyPr wrap="square" anchor="t" lIns="0" rIns="0" tIns="0" bIns="0">
            <a:spAutoFit/>
          </a:bodyPr>
          <a:lstStyle/>
          <a:p>
            <a:pPr algn="l">
              <a:spcAft>
                <a:spcPts val="600"/>
              </a:spcAft>
            </a:pPr>
            <a:r>
              <a:rPr b="1" sz="2300">
                <a:solidFill>
                  <a:srgbClr val="434343"/>
                </a:solidFill>
                <a:latin typeface="Livvic"/>
              </a:rPr>
              <a:t>¿Por qué solo magnitud 2,5 o más, y solo desde 2010?</a:t>
            </a:r>
          </a:p>
        </p:txBody>
      </p:sp>
      <p:graphicFrame>
        <p:nvGraphicFramePr>
          <p:cNvPr id="4" name="Chart 3"/>
          <p:cNvGraphicFramePr>
            <a:graphicFrameLocks noGrp="1"/>
          </p:cNvGraphicFramePr>
          <p:nvPr/>
        </p:nvGraphicFramePr>
        <p:xfrm>
          <a:off x="320040" y="1188720"/>
          <a:ext cx="4023360" cy="2606040"/>
        </p:xfrm>
        <a:graphic>
          <a:graphicData uri="http://schemas.openxmlformats.org/drawingml/2006/chart">
            <c:chart xmlns:c="http://schemas.openxmlformats.org/drawingml/2006/chart" r:id="rId3"/>
          </a:graphicData>
        </a:graphic>
      </p:graphicFrame>
      <p:sp>
        <p:nvSpPr>
          <p:cNvPr id="5" name="TextBox 4"/>
          <p:cNvSpPr txBox="1"/>
          <p:nvPr/>
        </p:nvSpPr>
        <p:spPr>
          <a:xfrm>
            <a:off x="457200" y="3840480"/>
            <a:ext cx="3931920" cy="320040"/>
          </a:xfrm>
          <a:prstGeom prst="rect">
            <a:avLst/>
          </a:prstGeom>
          <a:noFill/>
        </p:spPr>
        <p:txBody>
          <a:bodyPr wrap="square" anchor="t" lIns="0" rIns="0" tIns="0" bIns="0">
            <a:spAutoFit/>
          </a:bodyPr>
          <a:lstStyle/>
          <a:p>
            <a:pPr algn="l">
              <a:spcAft>
                <a:spcPts val="600"/>
              </a:spcAft>
            </a:pPr>
            <a:r>
              <a:rPr b="0" sz="1200">
                <a:solidFill>
                  <a:srgbClr val="434343"/>
                </a:solidFill>
                <a:latin typeface="Catamaran"/>
              </a:rPr>
              <a:t>Sismos por año en Santander</a:t>
            </a:r>
          </a:p>
        </p:txBody>
      </p:sp>
      <p:sp>
        <p:nvSpPr>
          <p:cNvPr id="6" name="Rectangle 5"/>
          <p:cNvSpPr/>
          <p:nvPr/>
        </p:nvSpPr>
        <p:spPr>
          <a:xfrm>
            <a:off x="4526280" y="1234440"/>
            <a:ext cx="768096" cy="960120"/>
          </a:xfrm>
          <a:prstGeom prst="rect">
            <a:avLst/>
          </a:prstGeom>
          <a:solidFill>
            <a:srgbClr val="E3D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298448"/>
            <a:ext cx="768096" cy="457200"/>
          </a:xfrm>
          <a:prstGeom prst="rect">
            <a:avLst/>
          </a:prstGeom>
          <a:noFill/>
        </p:spPr>
        <p:txBody>
          <a:bodyPr wrap="square" anchor="t" lIns="0" rIns="0" tIns="0" bIns="0">
            <a:spAutoFit/>
          </a:bodyPr>
          <a:lstStyle/>
          <a:p>
            <a:pPr algn="ctr">
              <a:spcAft>
                <a:spcPts val="600"/>
              </a:spcAft>
            </a:pPr>
            <a:r>
              <a:rPr b="1" sz="1600">
                <a:solidFill>
                  <a:srgbClr val="434343"/>
                </a:solidFill>
                <a:latin typeface="Livvic"/>
              </a:rPr>
              <a:t>+51 %</a:t>
            </a:r>
          </a:p>
        </p:txBody>
      </p:sp>
      <p:sp>
        <p:nvSpPr>
          <p:cNvPr id="8" name="TextBox 7"/>
          <p:cNvSpPr txBox="1"/>
          <p:nvPr/>
        </p:nvSpPr>
        <p:spPr>
          <a:xfrm>
            <a:off x="4526280" y="1783080"/>
            <a:ext cx="768096" cy="320040"/>
          </a:xfrm>
          <a:prstGeom prst="rect">
            <a:avLst/>
          </a:prstGeom>
          <a:noFill/>
        </p:spPr>
        <p:txBody>
          <a:bodyPr wrap="square" anchor="t" lIns="0" rIns="0" tIns="0" bIns="0">
            <a:spAutoFit/>
          </a:bodyPr>
          <a:lstStyle/>
          <a:p>
            <a:pPr algn="ctr">
              <a:spcAft>
                <a:spcPts val="600"/>
              </a:spcAft>
            </a:pPr>
            <a:r>
              <a:rPr b="0" sz="1150">
                <a:solidFill>
                  <a:srgbClr val="434343"/>
                </a:solidFill>
                <a:latin typeface="Catamaran"/>
              </a:rPr>
              <a:t>todos</a:t>
            </a:r>
          </a:p>
        </p:txBody>
      </p:sp>
      <p:sp>
        <p:nvSpPr>
          <p:cNvPr id="9" name="Rectangle 8"/>
          <p:cNvSpPr/>
          <p:nvPr/>
        </p:nvSpPr>
        <p:spPr>
          <a:xfrm>
            <a:off x="5349240" y="1234440"/>
            <a:ext cx="768096" cy="960120"/>
          </a:xfrm>
          <a:prstGeom prst="rect">
            <a:avLst/>
          </a:prstGeom>
          <a:solidFill>
            <a:srgbClr val="E3D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49240" y="1298448"/>
            <a:ext cx="768096" cy="457200"/>
          </a:xfrm>
          <a:prstGeom prst="rect">
            <a:avLst/>
          </a:prstGeom>
          <a:noFill/>
        </p:spPr>
        <p:txBody>
          <a:bodyPr wrap="square" anchor="t" lIns="0" rIns="0" tIns="0" bIns="0">
            <a:spAutoFit/>
          </a:bodyPr>
          <a:lstStyle/>
          <a:p>
            <a:pPr algn="ctr">
              <a:spcAft>
                <a:spcPts val="600"/>
              </a:spcAft>
            </a:pPr>
            <a:r>
              <a:rPr b="1" sz="1600">
                <a:solidFill>
                  <a:srgbClr val="434343"/>
                </a:solidFill>
                <a:latin typeface="Livvic"/>
              </a:rPr>
              <a:t>+54 %</a:t>
            </a:r>
          </a:p>
        </p:txBody>
      </p:sp>
      <p:sp>
        <p:nvSpPr>
          <p:cNvPr id="11" name="TextBox 10"/>
          <p:cNvSpPr txBox="1"/>
          <p:nvPr/>
        </p:nvSpPr>
        <p:spPr>
          <a:xfrm>
            <a:off x="5349240" y="1783080"/>
            <a:ext cx="768096" cy="320040"/>
          </a:xfrm>
          <a:prstGeom prst="rect">
            <a:avLst/>
          </a:prstGeom>
          <a:noFill/>
        </p:spPr>
        <p:txBody>
          <a:bodyPr wrap="square" anchor="t" lIns="0" rIns="0" tIns="0" bIns="0">
            <a:spAutoFit/>
          </a:bodyPr>
          <a:lstStyle/>
          <a:p>
            <a:pPr algn="ctr">
              <a:spcAft>
                <a:spcPts val="600"/>
              </a:spcAft>
            </a:pPr>
            <a:r>
              <a:rPr b="0" sz="1150">
                <a:solidFill>
                  <a:srgbClr val="434343"/>
                </a:solidFill>
                <a:latin typeface="Catamaran"/>
              </a:rPr>
              <a:t>M ≥ 2,0</a:t>
            </a:r>
          </a:p>
        </p:txBody>
      </p:sp>
      <p:sp>
        <p:nvSpPr>
          <p:cNvPr id="12" name="Rectangle 11"/>
          <p:cNvSpPr/>
          <p:nvPr/>
        </p:nvSpPr>
        <p:spPr>
          <a:xfrm>
            <a:off x="6172200" y="1234440"/>
            <a:ext cx="768096" cy="960120"/>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1298448"/>
            <a:ext cx="768096" cy="457200"/>
          </a:xfrm>
          <a:prstGeom prst="rect">
            <a:avLst/>
          </a:prstGeom>
          <a:noFill/>
        </p:spPr>
        <p:txBody>
          <a:bodyPr wrap="square" anchor="t" lIns="0" rIns="0" tIns="0" bIns="0">
            <a:spAutoFit/>
          </a:bodyPr>
          <a:lstStyle/>
          <a:p>
            <a:pPr algn="ctr">
              <a:spcAft>
                <a:spcPts val="600"/>
              </a:spcAft>
            </a:pPr>
            <a:r>
              <a:rPr b="1" sz="1600">
                <a:solidFill>
                  <a:srgbClr val="FFFFFF"/>
                </a:solidFill>
                <a:latin typeface="Livvic"/>
              </a:rPr>
              <a:t>+10 %</a:t>
            </a:r>
          </a:p>
        </p:txBody>
      </p:sp>
      <p:sp>
        <p:nvSpPr>
          <p:cNvPr id="14" name="TextBox 13"/>
          <p:cNvSpPr txBox="1"/>
          <p:nvPr/>
        </p:nvSpPr>
        <p:spPr>
          <a:xfrm>
            <a:off x="6172200" y="1783080"/>
            <a:ext cx="768096" cy="320040"/>
          </a:xfrm>
          <a:prstGeom prst="rect">
            <a:avLst/>
          </a:prstGeom>
          <a:noFill/>
        </p:spPr>
        <p:txBody>
          <a:bodyPr wrap="square" anchor="t" lIns="0" rIns="0" tIns="0" bIns="0">
            <a:spAutoFit/>
          </a:bodyPr>
          <a:lstStyle/>
          <a:p>
            <a:pPr algn="ctr">
              <a:spcAft>
                <a:spcPts val="600"/>
              </a:spcAft>
            </a:pPr>
            <a:r>
              <a:rPr b="0" sz="1150">
                <a:solidFill>
                  <a:srgbClr val="FFFFFF"/>
                </a:solidFill>
                <a:latin typeface="Catamaran"/>
              </a:rPr>
              <a:t>M ≥ 2,5</a:t>
            </a:r>
          </a:p>
        </p:txBody>
      </p:sp>
      <p:sp>
        <p:nvSpPr>
          <p:cNvPr id="15" name="Rectangle 14"/>
          <p:cNvSpPr/>
          <p:nvPr/>
        </p:nvSpPr>
        <p:spPr>
          <a:xfrm>
            <a:off x="6995160" y="1234440"/>
            <a:ext cx="768096" cy="960120"/>
          </a:xfrm>
          <a:prstGeom prst="rect">
            <a:avLst/>
          </a:prstGeom>
          <a:solidFill>
            <a:srgbClr val="E3D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95160" y="1298448"/>
            <a:ext cx="768096" cy="457200"/>
          </a:xfrm>
          <a:prstGeom prst="rect">
            <a:avLst/>
          </a:prstGeom>
          <a:noFill/>
        </p:spPr>
        <p:txBody>
          <a:bodyPr wrap="square" anchor="t" lIns="0" rIns="0" tIns="0" bIns="0">
            <a:spAutoFit/>
          </a:bodyPr>
          <a:lstStyle/>
          <a:p>
            <a:pPr algn="ctr">
              <a:spcAft>
                <a:spcPts val="600"/>
              </a:spcAft>
            </a:pPr>
            <a:r>
              <a:rPr b="1" sz="1600">
                <a:solidFill>
                  <a:srgbClr val="434343"/>
                </a:solidFill>
                <a:latin typeface="Livvic"/>
              </a:rPr>
              <a:t>−22 %</a:t>
            </a:r>
          </a:p>
        </p:txBody>
      </p:sp>
      <p:sp>
        <p:nvSpPr>
          <p:cNvPr id="17" name="TextBox 16"/>
          <p:cNvSpPr txBox="1"/>
          <p:nvPr/>
        </p:nvSpPr>
        <p:spPr>
          <a:xfrm>
            <a:off x="6995160" y="1783080"/>
            <a:ext cx="768096" cy="320040"/>
          </a:xfrm>
          <a:prstGeom prst="rect">
            <a:avLst/>
          </a:prstGeom>
          <a:noFill/>
        </p:spPr>
        <p:txBody>
          <a:bodyPr wrap="square" anchor="t" lIns="0" rIns="0" tIns="0" bIns="0">
            <a:spAutoFit/>
          </a:bodyPr>
          <a:lstStyle/>
          <a:p>
            <a:pPr algn="ctr">
              <a:spcAft>
                <a:spcPts val="600"/>
              </a:spcAft>
            </a:pPr>
            <a:r>
              <a:rPr b="0" sz="1150">
                <a:solidFill>
                  <a:srgbClr val="434343"/>
                </a:solidFill>
                <a:latin typeface="Catamaran"/>
              </a:rPr>
              <a:t>M ≥ 3,0</a:t>
            </a:r>
          </a:p>
        </p:txBody>
      </p:sp>
      <p:sp>
        <p:nvSpPr>
          <p:cNvPr id="18" name="TextBox 17"/>
          <p:cNvSpPr txBox="1"/>
          <p:nvPr/>
        </p:nvSpPr>
        <p:spPr>
          <a:xfrm>
            <a:off x="4526280" y="2423160"/>
            <a:ext cx="3291840" cy="2286000"/>
          </a:xfrm>
          <a:prstGeom prst="rect">
            <a:avLst/>
          </a:prstGeom>
          <a:noFill/>
        </p:spPr>
        <p:txBody>
          <a:bodyPr wrap="square" anchor="t" lIns="0" rIns="0" tIns="0" bIns="0">
            <a:spAutoFit/>
          </a:bodyPr>
          <a:lstStyle/>
          <a:p>
            <a:pPr algn="l">
              <a:spcAft>
                <a:spcPts val="800"/>
              </a:spcAft>
            </a:pPr>
            <a:r>
              <a:rPr b="1" sz="1450">
                <a:solidFill>
                  <a:srgbClr val="434343"/>
                </a:solidFill>
                <a:latin typeface="Catamaran"/>
              </a:rPr>
              <a:t>2,5: </a:t>
            </a:r>
            <a:r>
              <a:rPr b="0" sz="1450">
                <a:solidFill>
                  <a:srgbClr val="434343"/>
                </a:solidFill>
                <a:latin typeface="Catamaran"/>
              </a:rPr>
              <a:t>el +51 % no es del nido, es de la red, que detecta sismos más pequeños.</a:t>
            </a:r>
          </a:p>
          <a:p>
            <a:pPr algn="l">
              <a:spcAft>
                <a:spcPts val="800"/>
              </a:spcAft>
            </a:pPr>
            <a:r>
              <a:rPr b="1" sz="1450">
                <a:solidFill>
                  <a:srgbClr val="434343"/>
                </a:solidFill>
                <a:latin typeface="Catamaran"/>
              </a:rPr>
              <a:t>2010: </a:t>
            </a:r>
            <a:r>
              <a:rPr b="0" sz="1450">
                <a:solidFill>
                  <a:srgbClr val="434343"/>
                </a:solidFill>
                <a:latin typeface="Catamaran"/>
              </a:rPr>
              <a:t>antes era otra red.</a:t>
            </a:r>
          </a:p>
          <a:p>
            <a:pPr algn="l">
              <a:spcAft>
                <a:spcPts val="800"/>
              </a:spcAft>
            </a:pPr>
            <a:r>
              <a:rPr b="1" sz="1450">
                <a:solidFill>
                  <a:srgbClr val="434343"/>
                </a:solidFill>
                <a:latin typeface="Catamaran"/>
              </a:rPr>
              <a:t>Costo: </a:t>
            </a:r>
            <a:r>
              <a:rPr b="0" sz="1450">
                <a:solidFill>
                  <a:srgbClr val="434343"/>
                </a:solidFill>
                <a:latin typeface="Catamaran"/>
              </a:rPr>
              <a:t>usamos el 8 % del catálogo.</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EL HALLAZGO</a:t>
            </a:r>
          </a:p>
        </p:txBody>
      </p:sp>
      <p:sp>
        <p:nvSpPr>
          <p:cNvPr id="3" name="Rectangle 2"/>
          <p:cNvSpPr/>
          <p:nvPr/>
        </p:nvSpPr>
        <p:spPr>
          <a:xfrm>
            <a:off x="457200" y="548640"/>
            <a:ext cx="2926080" cy="1325880"/>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0080"/>
            <a:ext cx="2651760" cy="548640"/>
          </a:xfrm>
          <a:prstGeom prst="rect">
            <a:avLst/>
          </a:prstGeom>
          <a:noFill/>
        </p:spPr>
        <p:txBody>
          <a:bodyPr wrap="square" anchor="t" lIns="0" rIns="0" tIns="0" bIns="0">
            <a:spAutoFit/>
          </a:bodyPr>
          <a:lstStyle/>
          <a:p>
            <a:pPr algn="l">
              <a:spcAft>
                <a:spcPts val="600"/>
              </a:spcAft>
            </a:pPr>
            <a:r>
              <a:rPr b="1" sz="2800">
                <a:solidFill>
                  <a:srgbClr val="FFFFFF"/>
                </a:solidFill>
                <a:latin typeface="Livvic"/>
              </a:rPr>
              <a:t>1 de cada 8</a:t>
            </a:r>
          </a:p>
        </p:txBody>
      </p:sp>
      <p:sp>
        <p:nvSpPr>
          <p:cNvPr id="5" name="TextBox 4"/>
          <p:cNvSpPr txBox="1"/>
          <p:nvPr/>
        </p:nvSpPr>
        <p:spPr>
          <a:xfrm>
            <a:off x="594360" y="1188719"/>
            <a:ext cx="2651760" cy="640080"/>
          </a:xfrm>
          <a:prstGeom prst="rect">
            <a:avLst/>
          </a:prstGeom>
          <a:noFill/>
        </p:spPr>
        <p:txBody>
          <a:bodyPr wrap="square" anchor="t" lIns="0" rIns="0" tIns="0" bIns="0">
            <a:spAutoFit/>
          </a:bodyPr>
          <a:lstStyle/>
          <a:p>
            <a:pPr algn="l">
              <a:spcAft>
                <a:spcPts val="600"/>
              </a:spcAft>
            </a:pPr>
            <a:r>
              <a:rPr b="0" sz="1250">
                <a:solidFill>
                  <a:srgbClr val="FFFFFF"/>
                </a:solidFill>
                <a:latin typeface="Catamaran"/>
              </a:rPr>
              <a:t>sismos de la zona estaba asignado a otro municipio</a:t>
            </a:r>
          </a:p>
        </p:txBody>
      </p:sp>
      <p:sp>
        <p:nvSpPr>
          <p:cNvPr id="6" name="Rectangle 5"/>
          <p:cNvSpPr/>
          <p:nvPr/>
        </p:nvSpPr>
        <p:spPr>
          <a:xfrm>
            <a:off x="457200" y="2011680"/>
            <a:ext cx="2926080" cy="1097280"/>
          </a:xfrm>
          <a:prstGeom prst="rect">
            <a:avLst/>
          </a:prstGeom>
          <a:solidFill>
            <a:srgbClr val="43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103120"/>
            <a:ext cx="2651760" cy="548640"/>
          </a:xfrm>
          <a:prstGeom prst="rect">
            <a:avLst/>
          </a:prstGeom>
          <a:noFill/>
        </p:spPr>
        <p:txBody>
          <a:bodyPr wrap="square" anchor="t" lIns="0" rIns="0" tIns="0" bIns="0">
            <a:spAutoFit/>
          </a:bodyPr>
          <a:lstStyle/>
          <a:p>
            <a:pPr algn="l">
              <a:spcAft>
                <a:spcPts val="600"/>
              </a:spcAft>
            </a:pPr>
            <a:r>
              <a:rPr b="1" sz="2800">
                <a:solidFill>
                  <a:srgbClr val="FFFFFF"/>
                </a:solidFill>
                <a:latin typeface="Livvic"/>
              </a:rPr>
              <a:t>1.777</a:t>
            </a:r>
          </a:p>
        </p:txBody>
      </p:sp>
      <p:sp>
        <p:nvSpPr>
          <p:cNvPr id="8" name="TextBox 7"/>
          <p:cNvSpPr txBox="1"/>
          <p:nvPr/>
        </p:nvSpPr>
        <p:spPr>
          <a:xfrm>
            <a:off x="594360" y="2651760"/>
            <a:ext cx="2651760" cy="411479"/>
          </a:xfrm>
          <a:prstGeom prst="rect">
            <a:avLst/>
          </a:prstGeom>
          <a:noFill/>
        </p:spPr>
        <p:txBody>
          <a:bodyPr wrap="square" anchor="t" lIns="0" rIns="0" tIns="0" bIns="0">
            <a:spAutoFit/>
          </a:bodyPr>
          <a:lstStyle/>
          <a:p>
            <a:pPr algn="l">
              <a:spcAft>
                <a:spcPts val="600"/>
              </a:spcAft>
            </a:pPr>
            <a:r>
              <a:rPr b="0" sz="1250">
                <a:solidFill>
                  <a:srgbClr val="FFFFFF"/>
                </a:solidFill>
                <a:latin typeface="Catamaran"/>
              </a:rPr>
              <a:t>sismos que faltaban (12,9 %)</a:t>
            </a:r>
          </a:p>
        </p:txBody>
      </p:sp>
      <p:graphicFrame>
        <p:nvGraphicFramePr>
          <p:cNvPr id="9" name="Chart 8"/>
          <p:cNvGraphicFramePr>
            <a:graphicFrameLocks noGrp="1"/>
          </p:cNvGraphicFramePr>
          <p:nvPr/>
        </p:nvGraphicFramePr>
        <p:xfrm>
          <a:off x="3566160" y="457200"/>
          <a:ext cx="4251960" cy="2514600"/>
        </p:xfrm>
        <a:graphic>
          <a:graphicData uri="http://schemas.openxmlformats.org/drawingml/2006/chart">
            <c:chart xmlns:c="http://schemas.openxmlformats.org/drawingml/2006/chart" r:id="rId3"/>
          </a:graphicData>
        </a:graphic>
      </p:graphicFrame>
      <p:sp>
        <p:nvSpPr>
          <p:cNvPr id="10" name="TextBox 9"/>
          <p:cNvSpPr txBox="1"/>
          <p:nvPr/>
        </p:nvSpPr>
        <p:spPr>
          <a:xfrm>
            <a:off x="3657600" y="2926080"/>
            <a:ext cx="4114800" cy="320040"/>
          </a:xfrm>
          <a:prstGeom prst="rect">
            <a:avLst/>
          </a:prstGeom>
          <a:noFill/>
        </p:spPr>
        <p:txBody>
          <a:bodyPr wrap="square" anchor="t" lIns="0" rIns="0" tIns="0" bIns="0">
            <a:spAutoFit/>
          </a:bodyPr>
          <a:lstStyle/>
          <a:p>
            <a:pPr algn="l">
              <a:spcAft>
                <a:spcPts val="600"/>
              </a:spcAft>
            </a:pPr>
            <a:r>
              <a:rPr b="0" sz="1200">
                <a:solidFill>
                  <a:srgbClr val="434343"/>
                </a:solidFill>
                <a:latin typeface="Catamaran"/>
              </a:rPr>
              <a:t>Municipio que el SGC asigna a los sismos de la zona</a:t>
            </a:r>
          </a:p>
        </p:txBody>
      </p:sp>
      <p:sp>
        <p:nvSpPr>
          <p:cNvPr id="11" name="TextBox 10"/>
          <p:cNvSpPr txBox="1"/>
          <p:nvPr/>
        </p:nvSpPr>
        <p:spPr>
          <a:xfrm>
            <a:off x="457200" y="3429000"/>
            <a:ext cx="7315200" cy="1280160"/>
          </a:xfrm>
          <a:prstGeom prst="rect">
            <a:avLst/>
          </a:prstGeom>
          <a:noFill/>
        </p:spPr>
        <p:txBody>
          <a:bodyPr wrap="square" anchor="t" lIns="0" rIns="0" tIns="0" bIns="0">
            <a:spAutoFit/>
          </a:bodyPr>
          <a:lstStyle/>
          <a:p>
            <a:pPr algn="l">
              <a:spcAft>
                <a:spcPts val="800"/>
              </a:spcAft>
            </a:pPr>
            <a:r>
              <a:rPr b="1" sz="1500">
                <a:solidFill>
                  <a:srgbClr val="434343"/>
                </a:solidFill>
                <a:latin typeface="Catamaran"/>
              </a:rPr>
              <a:t>El nido no respeta límites municipales. </a:t>
            </a:r>
            <a:r>
              <a:rPr b="0" sz="1500">
                <a:solidFill>
                  <a:srgbClr val="434343"/>
                </a:solidFill>
                <a:latin typeface="Catamaran"/>
              </a:rPr>
              <a:t>Ahora cada sismo se ubica por sus coordenadas.</a:t>
            </a:r>
          </a:p>
          <a:p>
            <a:pPr algn="l">
              <a:spcAft>
                <a:spcPts val="800"/>
              </a:spcAft>
            </a:pPr>
            <a:r>
              <a:rPr b="1" sz="1500">
                <a:solidFill>
                  <a:srgbClr val="434343"/>
                </a:solidFill>
                <a:latin typeface="Catamaran"/>
              </a:rPr>
              <a:t>Seguimos en Los Santos: </a:t>
            </a:r>
            <a:r>
              <a:rPr b="0" sz="1500">
                <a:solidFill>
                  <a:srgbClr val="434343"/>
                </a:solidFill>
                <a:latin typeface="Catamaran"/>
              </a:rPr>
              <a:t>se entrena con todo Santander, se predice la zona elegida.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EL MODELO</a:t>
            </a:r>
          </a:p>
        </p:txBody>
      </p:sp>
      <p:sp>
        <p:nvSpPr>
          <p:cNvPr id="3" name="Rectangle 2"/>
          <p:cNvSpPr/>
          <p:nvPr/>
        </p:nvSpPr>
        <p:spPr>
          <a:xfrm>
            <a:off x="411480" y="502920"/>
            <a:ext cx="1600200" cy="1097280"/>
          </a:xfrm>
          <a:prstGeom prst="rect">
            <a:avLst/>
          </a:prstGeom>
          <a:solidFill>
            <a:srgbClr val="E3D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4632" y="594360"/>
            <a:ext cx="1453896" cy="320040"/>
          </a:xfrm>
          <a:prstGeom prst="rect">
            <a:avLst/>
          </a:prstGeom>
          <a:noFill/>
        </p:spPr>
        <p:txBody>
          <a:bodyPr wrap="square" anchor="t" lIns="0" rIns="0" tIns="0" bIns="0">
            <a:spAutoFit/>
          </a:bodyPr>
          <a:lstStyle/>
          <a:p>
            <a:pPr algn="ctr">
              <a:spcAft>
                <a:spcPts val="600"/>
              </a:spcAft>
            </a:pPr>
            <a:r>
              <a:rPr b="1" sz="1400">
                <a:solidFill>
                  <a:srgbClr val="434343"/>
                </a:solidFill>
                <a:latin typeface="Livvic"/>
              </a:rPr>
              <a:t>Casos</a:t>
            </a:r>
          </a:p>
        </p:txBody>
      </p:sp>
      <p:sp>
        <p:nvSpPr>
          <p:cNvPr id="5" name="TextBox 4"/>
          <p:cNvSpPr txBox="1"/>
          <p:nvPr/>
        </p:nvSpPr>
        <p:spPr>
          <a:xfrm>
            <a:off x="484632" y="960120"/>
            <a:ext cx="1453896" cy="594359"/>
          </a:xfrm>
          <a:prstGeom prst="rect">
            <a:avLst/>
          </a:prstGeom>
          <a:noFill/>
        </p:spPr>
        <p:txBody>
          <a:bodyPr wrap="square" anchor="t" lIns="0" rIns="0" tIns="0" bIns="0">
            <a:spAutoFit/>
          </a:bodyPr>
          <a:lstStyle/>
          <a:p>
            <a:pPr algn="ctr">
              <a:spcAft>
                <a:spcPts val="200"/>
              </a:spcAft>
            </a:pPr>
            <a:r>
              <a:rPr b="0" sz="1250">
                <a:solidFill>
                  <a:srgbClr val="434343"/>
                </a:solidFill>
                <a:latin typeface="Catamaran"/>
              </a:rPr>
              <a:t>celda ×</a:t>
            </a:r>
          </a:p>
          <a:p>
            <a:pPr algn="ctr">
              <a:spcAft>
                <a:spcPts val="200"/>
              </a:spcAft>
            </a:pPr>
            <a:r>
              <a:rPr b="0" sz="1250">
                <a:solidFill>
                  <a:srgbClr val="434343"/>
                </a:solidFill>
                <a:latin typeface="Catamaran"/>
              </a:rPr>
              <a:t>trimestre</a:t>
            </a:r>
          </a:p>
        </p:txBody>
      </p:sp>
      <p:sp>
        <p:nvSpPr>
          <p:cNvPr id="6" name="Rectangle 5"/>
          <p:cNvSpPr/>
          <p:nvPr/>
        </p:nvSpPr>
        <p:spPr>
          <a:xfrm>
            <a:off x="2313432" y="502920"/>
            <a:ext cx="1600200" cy="1097280"/>
          </a:xfrm>
          <a:prstGeom prst="rect">
            <a:avLst/>
          </a:prstGeom>
          <a:solidFill>
            <a:srgbClr val="B6A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86584" y="594360"/>
            <a:ext cx="1453896" cy="320040"/>
          </a:xfrm>
          <a:prstGeom prst="rect">
            <a:avLst/>
          </a:prstGeom>
          <a:noFill/>
        </p:spPr>
        <p:txBody>
          <a:bodyPr wrap="square" anchor="t" lIns="0" rIns="0" tIns="0" bIns="0">
            <a:spAutoFit/>
          </a:bodyPr>
          <a:lstStyle/>
          <a:p>
            <a:pPr algn="ctr">
              <a:spcAft>
                <a:spcPts val="600"/>
              </a:spcAft>
            </a:pPr>
            <a:r>
              <a:rPr b="1" sz="1400">
                <a:solidFill>
                  <a:srgbClr val="434343"/>
                </a:solidFill>
                <a:latin typeface="Livvic"/>
              </a:rPr>
              <a:t>15 variables</a:t>
            </a:r>
          </a:p>
        </p:txBody>
      </p:sp>
      <p:sp>
        <p:nvSpPr>
          <p:cNvPr id="8" name="TextBox 7"/>
          <p:cNvSpPr txBox="1"/>
          <p:nvPr/>
        </p:nvSpPr>
        <p:spPr>
          <a:xfrm>
            <a:off x="2386584" y="960120"/>
            <a:ext cx="1453896" cy="594359"/>
          </a:xfrm>
          <a:prstGeom prst="rect">
            <a:avLst/>
          </a:prstGeom>
          <a:noFill/>
        </p:spPr>
        <p:txBody>
          <a:bodyPr wrap="square" anchor="t" lIns="0" rIns="0" tIns="0" bIns="0">
            <a:spAutoFit/>
          </a:bodyPr>
          <a:lstStyle/>
          <a:p>
            <a:pPr algn="ctr">
              <a:spcAft>
                <a:spcPts val="200"/>
              </a:spcAft>
            </a:pPr>
            <a:r>
              <a:rPr b="0" sz="1250">
                <a:solidFill>
                  <a:srgbClr val="434343"/>
                </a:solidFill>
                <a:latin typeface="Catamaran"/>
              </a:rPr>
              <a:t>solo del</a:t>
            </a:r>
          </a:p>
          <a:p>
            <a:pPr algn="ctr">
              <a:spcAft>
                <a:spcPts val="200"/>
              </a:spcAft>
            </a:pPr>
            <a:r>
              <a:rPr b="0" sz="1250">
                <a:solidFill>
                  <a:srgbClr val="434343"/>
                </a:solidFill>
                <a:latin typeface="Catamaran"/>
              </a:rPr>
              <a:t>pasado</a:t>
            </a:r>
          </a:p>
        </p:txBody>
      </p:sp>
      <p:sp>
        <p:nvSpPr>
          <p:cNvPr id="9" name="Right Arrow 8"/>
          <p:cNvSpPr/>
          <p:nvPr/>
        </p:nvSpPr>
        <p:spPr>
          <a:xfrm>
            <a:off x="2029968" y="932688"/>
            <a:ext cx="256032" cy="237744"/>
          </a:xfrm>
          <a:prstGeom prst="rightArrow">
            <a:avLst/>
          </a:prstGeom>
          <a:solidFill>
            <a:srgbClr val="43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15384" y="502920"/>
            <a:ext cx="1600200" cy="1097280"/>
          </a:xfrm>
          <a:prstGeom prst="rect">
            <a:avLst/>
          </a:prstGeom>
          <a:solidFill>
            <a:srgbClr val="B6A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88536" y="594360"/>
            <a:ext cx="1453896" cy="320040"/>
          </a:xfrm>
          <a:prstGeom prst="rect">
            <a:avLst/>
          </a:prstGeom>
          <a:noFill/>
        </p:spPr>
        <p:txBody>
          <a:bodyPr wrap="square" anchor="t" lIns="0" rIns="0" tIns="0" bIns="0">
            <a:spAutoFit/>
          </a:bodyPr>
          <a:lstStyle/>
          <a:p>
            <a:pPr algn="ctr">
              <a:spcAft>
                <a:spcPts val="600"/>
              </a:spcAft>
            </a:pPr>
            <a:r>
              <a:rPr b="1" sz="1400">
                <a:solidFill>
                  <a:srgbClr val="434343"/>
                </a:solidFill>
                <a:latin typeface="Livvic"/>
              </a:rPr>
              <a:t>Etiqueta</a:t>
            </a:r>
          </a:p>
        </p:txBody>
      </p:sp>
      <p:sp>
        <p:nvSpPr>
          <p:cNvPr id="12" name="TextBox 11"/>
          <p:cNvSpPr txBox="1"/>
          <p:nvPr/>
        </p:nvSpPr>
        <p:spPr>
          <a:xfrm>
            <a:off x="4288536" y="960120"/>
            <a:ext cx="1453896" cy="594359"/>
          </a:xfrm>
          <a:prstGeom prst="rect">
            <a:avLst/>
          </a:prstGeom>
          <a:noFill/>
        </p:spPr>
        <p:txBody>
          <a:bodyPr wrap="square" anchor="t" lIns="0" rIns="0" tIns="0" bIns="0">
            <a:spAutoFit/>
          </a:bodyPr>
          <a:lstStyle/>
          <a:p>
            <a:pPr algn="ctr">
              <a:spcAft>
                <a:spcPts val="200"/>
              </a:spcAft>
            </a:pPr>
            <a:r>
              <a:rPr b="0" sz="1250">
                <a:solidFill>
                  <a:srgbClr val="434343"/>
                </a:solidFill>
                <a:latin typeface="Catamaran"/>
              </a:rPr>
              <a:t>trimestre</a:t>
            </a:r>
          </a:p>
          <a:p>
            <a:pPr algn="ctr">
              <a:spcAft>
                <a:spcPts val="200"/>
              </a:spcAft>
            </a:pPr>
            <a:r>
              <a:rPr b="0" sz="1250">
                <a:solidFill>
                  <a:srgbClr val="434343"/>
                </a:solidFill>
                <a:latin typeface="Catamaran"/>
              </a:rPr>
              <a:t>siguiente</a:t>
            </a:r>
          </a:p>
        </p:txBody>
      </p:sp>
      <p:sp>
        <p:nvSpPr>
          <p:cNvPr id="13" name="Right Arrow 12"/>
          <p:cNvSpPr/>
          <p:nvPr/>
        </p:nvSpPr>
        <p:spPr>
          <a:xfrm>
            <a:off x="3931920" y="932688"/>
            <a:ext cx="256032" cy="237744"/>
          </a:xfrm>
          <a:prstGeom prst="rightArrow">
            <a:avLst/>
          </a:prstGeom>
          <a:solidFill>
            <a:srgbClr val="43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17336" y="502920"/>
            <a:ext cx="1600200" cy="1097280"/>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90488" y="594360"/>
            <a:ext cx="1453896" cy="320040"/>
          </a:xfrm>
          <a:prstGeom prst="rect">
            <a:avLst/>
          </a:prstGeom>
          <a:noFill/>
        </p:spPr>
        <p:txBody>
          <a:bodyPr wrap="square" anchor="t" lIns="0" rIns="0" tIns="0" bIns="0">
            <a:spAutoFit/>
          </a:bodyPr>
          <a:lstStyle/>
          <a:p>
            <a:pPr algn="ctr">
              <a:spcAft>
                <a:spcPts val="600"/>
              </a:spcAft>
            </a:pPr>
            <a:r>
              <a:rPr b="1" sz="1400">
                <a:solidFill>
                  <a:srgbClr val="FFFFFF"/>
                </a:solidFill>
                <a:latin typeface="Livvic"/>
              </a:rPr>
              <a:t>Modelo</a:t>
            </a:r>
          </a:p>
        </p:txBody>
      </p:sp>
      <p:sp>
        <p:nvSpPr>
          <p:cNvPr id="16" name="TextBox 15"/>
          <p:cNvSpPr txBox="1"/>
          <p:nvPr/>
        </p:nvSpPr>
        <p:spPr>
          <a:xfrm>
            <a:off x="6190488" y="960120"/>
            <a:ext cx="1453896" cy="594359"/>
          </a:xfrm>
          <a:prstGeom prst="rect">
            <a:avLst/>
          </a:prstGeom>
          <a:noFill/>
        </p:spPr>
        <p:txBody>
          <a:bodyPr wrap="square" anchor="t" lIns="0" rIns="0" tIns="0" bIns="0">
            <a:spAutoFit/>
          </a:bodyPr>
          <a:lstStyle/>
          <a:p>
            <a:pPr algn="ctr">
              <a:spcAft>
                <a:spcPts val="200"/>
              </a:spcAft>
            </a:pPr>
            <a:r>
              <a:rPr b="0" sz="1250">
                <a:solidFill>
                  <a:srgbClr val="FFFFFF"/>
                </a:solidFill>
                <a:latin typeface="Catamaran"/>
              </a:rPr>
              <a:t>Random</a:t>
            </a:r>
          </a:p>
          <a:p>
            <a:pPr algn="ctr">
              <a:spcAft>
                <a:spcPts val="200"/>
              </a:spcAft>
            </a:pPr>
            <a:r>
              <a:rPr b="0" sz="1250">
                <a:solidFill>
                  <a:srgbClr val="FFFFFF"/>
                </a:solidFill>
                <a:latin typeface="Catamaran"/>
              </a:rPr>
              <a:t>Forest</a:t>
            </a:r>
          </a:p>
        </p:txBody>
      </p:sp>
      <p:sp>
        <p:nvSpPr>
          <p:cNvPr id="17" name="Right Arrow 16"/>
          <p:cNvSpPr/>
          <p:nvPr/>
        </p:nvSpPr>
        <p:spPr>
          <a:xfrm>
            <a:off x="5833872" y="932688"/>
            <a:ext cx="256032" cy="237744"/>
          </a:xfrm>
          <a:prstGeom prst="rightArrow">
            <a:avLst/>
          </a:prstGeom>
          <a:solidFill>
            <a:srgbClr val="43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 y="1828800"/>
            <a:ext cx="1133856" cy="868680"/>
          </a:xfrm>
          <a:prstGeom prst="rect">
            <a:avLst/>
          </a:prstGeom>
          <a:solidFill>
            <a:srgbClr val="E3D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1883664"/>
            <a:ext cx="1133856" cy="384048"/>
          </a:xfrm>
          <a:prstGeom prst="rect">
            <a:avLst/>
          </a:prstGeom>
          <a:noFill/>
        </p:spPr>
        <p:txBody>
          <a:bodyPr wrap="square" anchor="t" lIns="0" rIns="0" tIns="0" bIns="0">
            <a:spAutoFit/>
          </a:bodyPr>
          <a:lstStyle/>
          <a:p>
            <a:pPr algn="ctr">
              <a:spcAft>
                <a:spcPts val="600"/>
              </a:spcAft>
            </a:pPr>
            <a:r>
              <a:rPr b="1" sz="1600">
                <a:solidFill>
                  <a:srgbClr val="434343"/>
                </a:solidFill>
                <a:latin typeface="Livvic"/>
              </a:rPr>
              <a:t>BAJO</a:t>
            </a:r>
          </a:p>
        </p:txBody>
      </p:sp>
      <p:sp>
        <p:nvSpPr>
          <p:cNvPr id="20" name="TextBox 19"/>
          <p:cNvSpPr txBox="1"/>
          <p:nvPr/>
        </p:nvSpPr>
        <p:spPr>
          <a:xfrm>
            <a:off x="411480" y="2286000"/>
            <a:ext cx="1133856" cy="320040"/>
          </a:xfrm>
          <a:prstGeom prst="rect">
            <a:avLst/>
          </a:prstGeom>
          <a:noFill/>
        </p:spPr>
        <p:txBody>
          <a:bodyPr wrap="square" anchor="t" lIns="0" rIns="0" tIns="0" bIns="0">
            <a:spAutoFit/>
          </a:bodyPr>
          <a:lstStyle/>
          <a:p>
            <a:pPr algn="ctr">
              <a:spcAft>
                <a:spcPts val="600"/>
              </a:spcAft>
            </a:pPr>
            <a:r>
              <a:rPr b="0" sz="1250">
                <a:solidFill>
                  <a:srgbClr val="434343"/>
                </a:solidFill>
                <a:latin typeface="Catamaran"/>
              </a:rPr>
              <a:t>0 sismos</a:t>
            </a:r>
          </a:p>
        </p:txBody>
      </p:sp>
      <p:sp>
        <p:nvSpPr>
          <p:cNvPr id="21" name="Rectangle 20"/>
          <p:cNvSpPr/>
          <p:nvPr/>
        </p:nvSpPr>
        <p:spPr>
          <a:xfrm>
            <a:off x="1618488" y="1828800"/>
            <a:ext cx="1133856" cy="868680"/>
          </a:xfrm>
          <a:prstGeom prst="rect">
            <a:avLst/>
          </a:prstGeom>
          <a:solidFill>
            <a:srgbClr val="B6A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18488" y="1883664"/>
            <a:ext cx="1133856" cy="384048"/>
          </a:xfrm>
          <a:prstGeom prst="rect">
            <a:avLst/>
          </a:prstGeom>
          <a:noFill/>
        </p:spPr>
        <p:txBody>
          <a:bodyPr wrap="square" anchor="t" lIns="0" rIns="0" tIns="0" bIns="0">
            <a:spAutoFit/>
          </a:bodyPr>
          <a:lstStyle/>
          <a:p>
            <a:pPr algn="ctr">
              <a:spcAft>
                <a:spcPts val="600"/>
              </a:spcAft>
            </a:pPr>
            <a:r>
              <a:rPr b="1" sz="1600">
                <a:solidFill>
                  <a:srgbClr val="434343"/>
                </a:solidFill>
                <a:latin typeface="Livvic"/>
              </a:rPr>
              <a:t>MEDIO</a:t>
            </a:r>
          </a:p>
        </p:txBody>
      </p:sp>
      <p:sp>
        <p:nvSpPr>
          <p:cNvPr id="23" name="TextBox 22"/>
          <p:cNvSpPr txBox="1"/>
          <p:nvPr/>
        </p:nvSpPr>
        <p:spPr>
          <a:xfrm>
            <a:off x="1618488" y="2286000"/>
            <a:ext cx="1133856" cy="320040"/>
          </a:xfrm>
          <a:prstGeom prst="rect">
            <a:avLst/>
          </a:prstGeom>
          <a:noFill/>
        </p:spPr>
        <p:txBody>
          <a:bodyPr wrap="square" anchor="t" lIns="0" rIns="0" tIns="0" bIns="0">
            <a:spAutoFit/>
          </a:bodyPr>
          <a:lstStyle/>
          <a:p>
            <a:pPr algn="ctr">
              <a:spcAft>
                <a:spcPts val="600"/>
              </a:spcAft>
            </a:pPr>
            <a:r>
              <a:rPr b="0" sz="1250">
                <a:solidFill>
                  <a:srgbClr val="434343"/>
                </a:solidFill>
                <a:latin typeface="Catamaran"/>
              </a:rPr>
              <a:t>1 a 3</a:t>
            </a:r>
          </a:p>
        </p:txBody>
      </p:sp>
      <p:sp>
        <p:nvSpPr>
          <p:cNvPr id="24" name="Rectangle 23"/>
          <p:cNvSpPr/>
          <p:nvPr/>
        </p:nvSpPr>
        <p:spPr>
          <a:xfrm>
            <a:off x="2825496" y="1828800"/>
            <a:ext cx="1133856" cy="868680"/>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25496" y="1883664"/>
            <a:ext cx="1133856" cy="384048"/>
          </a:xfrm>
          <a:prstGeom prst="rect">
            <a:avLst/>
          </a:prstGeom>
          <a:noFill/>
        </p:spPr>
        <p:txBody>
          <a:bodyPr wrap="square" anchor="t" lIns="0" rIns="0" tIns="0" bIns="0">
            <a:spAutoFit/>
          </a:bodyPr>
          <a:lstStyle/>
          <a:p>
            <a:pPr algn="ctr">
              <a:spcAft>
                <a:spcPts val="600"/>
              </a:spcAft>
            </a:pPr>
            <a:r>
              <a:rPr b="1" sz="1600">
                <a:solidFill>
                  <a:srgbClr val="FFFFFF"/>
                </a:solidFill>
                <a:latin typeface="Livvic"/>
              </a:rPr>
              <a:t>ALTO</a:t>
            </a:r>
          </a:p>
        </p:txBody>
      </p:sp>
      <p:sp>
        <p:nvSpPr>
          <p:cNvPr id="26" name="TextBox 25"/>
          <p:cNvSpPr txBox="1"/>
          <p:nvPr/>
        </p:nvSpPr>
        <p:spPr>
          <a:xfrm>
            <a:off x="2825496" y="2286000"/>
            <a:ext cx="1133856" cy="320040"/>
          </a:xfrm>
          <a:prstGeom prst="rect">
            <a:avLst/>
          </a:prstGeom>
          <a:noFill/>
        </p:spPr>
        <p:txBody>
          <a:bodyPr wrap="square" anchor="t" lIns="0" rIns="0" tIns="0" bIns="0">
            <a:spAutoFit/>
          </a:bodyPr>
          <a:lstStyle/>
          <a:p>
            <a:pPr algn="ctr">
              <a:spcAft>
                <a:spcPts val="600"/>
              </a:spcAft>
            </a:pPr>
            <a:r>
              <a:rPr b="0" sz="1250">
                <a:solidFill>
                  <a:srgbClr val="FFFFFF"/>
                </a:solidFill>
                <a:latin typeface="Catamaran"/>
              </a:rPr>
              <a:t>más de 3</a:t>
            </a:r>
          </a:p>
        </p:txBody>
      </p:sp>
      <p:sp>
        <p:nvSpPr>
          <p:cNvPr id="27" name="Rectangle 26"/>
          <p:cNvSpPr/>
          <p:nvPr/>
        </p:nvSpPr>
        <p:spPr>
          <a:xfrm>
            <a:off x="4206240" y="1828800"/>
            <a:ext cx="2240280" cy="868680"/>
          </a:xfrm>
          <a:prstGeom prst="rect">
            <a:avLst/>
          </a:prstGeom>
          <a:solidFill>
            <a:srgbClr val="43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06240" y="1828800"/>
            <a:ext cx="2240280" cy="868680"/>
          </a:xfrm>
          <a:prstGeom prst="rect">
            <a:avLst/>
          </a:prstGeom>
          <a:noFill/>
        </p:spPr>
        <p:txBody>
          <a:bodyPr wrap="square" anchor="ctr" lIns="0" rIns="0" tIns="0" bIns="0">
            <a:spAutoFit/>
          </a:bodyPr>
          <a:lstStyle/>
          <a:p>
            <a:pPr algn="ctr">
              <a:spcAft>
                <a:spcPts val="0"/>
              </a:spcAft>
            </a:pPr>
            <a:r>
              <a:rPr b="1" sz="1350">
                <a:solidFill>
                  <a:srgbClr val="FFFFFF"/>
                </a:solidFill>
                <a:latin typeface="Catamaran"/>
              </a:rPr>
              <a:t>ENTRENA</a:t>
            </a:r>
          </a:p>
          <a:p>
            <a:pPr algn="ctr">
              <a:spcAft>
                <a:spcPts val="0"/>
              </a:spcAft>
            </a:pPr>
            <a:r>
              <a:rPr b="0" sz="1350">
                <a:solidFill>
                  <a:srgbClr val="FFFFFF"/>
                </a:solidFill>
                <a:latin typeface="Catamaran"/>
              </a:rPr>
              <a:t>2011 a 2021</a:t>
            </a:r>
          </a:p>
        </p:txBody>
      </p:sp>
      <p:sp>
        <p:nvSpPr>
          <p:cNvPr id="29" name="Rectangle 28"/>
          <p:cNvSpPr/>
          <p:nvPr/>
        </p:nvSpPr>
        <p:spPr>
          <a:xfrm>
            <a:off x="6483096" y="1828800"/>
            <a:ext cx="1325880" cy="868680"/>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83096" y="1828800"/>
            <a:ext cx="1325880" cy="868680"/>
          </a:xfrm>
          <a:prstGeom prst="rect">
            <a:avLst/>
          </a:prstGeom>
          <a:noFill/>
        </p:spPr>
        <p:txBody>
          <a:bodyPr wrap="square" anchor="ctr" lIns="0" rIns="0" tIns="0" bIns="0">
            <a:spAutoFit/>
          </a:bodyPr>
          <a:lstStyle/>
          <a:p>
            <a:pPr algn="ctr">
              <a:spcAft>
                <a:spcPts val="0"/>
              </a:spcAft>
            </a:pPr>
            <a:r>
              <a:rPr b="1" sz="1350">
                <a:solidFill>
                  <a:srgbClr val="FFFFFF"/>
                </a:solidFill>
                <a:latin typeface="Catamaran"/>
              </a:rPr>
              <a:t>PRUEBA</a:t>
            </a:r>
          </a:p>
          <a:p>
            <a:pPr algn="ctr">
              <a:spcAft>
                <a:spcPts val="0"/>
              </a:spcAft>
            </a:pPr>
            <a:r>
              <a:rPr b="0" sz="1350">
                <a:solidFill>
                  <a:srgbClr val="FFFFFF"/>
                </a:solidFill>
                <a:latin typeface="Catamaran"/>
              </a:rPr>
              <a:t>2022 a 2026</a:t>
            </a:r>
          </a:p>
        </p:txBody>
      </p:sp>
      <p:sp>
        <p:nvSpPr>
          <p:cNvPr id="31" name="TextBox 30"/>
          <p:cNvSpPr txBox="1"/>
          <p:nvPr/>
        </p:nvSpPr>
        <p:spPr>
          <a:xfrm>
            <a:off x="411480" y="2971800"/>
            <a:ext cx="7406640" cy="1737360"/>
          </a:xfrm>
          <a:prstGeom prst="rect">
            <a:avLst/>
          </a:prstGeom>
          <a:noFill/>
        </p:spPr>
        <p:txBody>
          <a:bodyPr wrap="square" anchor="t" lIns="0" rIns="0" tIns="0" bIns="0">
            <a:spAutoFit/>
          </a:bodyPr>
          <a:lstStyle/>
          <a:p>
            <a:pPr algn="l">
              <a:spcAft>
                <a:spcPts val="800"/>
              </a:spcAft>
            </a:pPr>
            <a:r>
              <a:rPr b="1" sz="1500">
                <a:solidFill>
                  <a:srgbClr val="434343"/>
                </a:solidFill>
                <a:latin typeface="Catamaran"/>
              </a:rPr>
              <a:t>Clasificamos zonas, no sismos: </a:t>
            </a:r>
            <a:r>
              <a:rPr b="0" sz="1500">
                <a:solidFill>
                  <a:srgbClr val="434343"/>
                </a:solidFill>
                <a:latin typeface="Catamaran"/>
              </a:rPr>
              <a:t>cada caso es una celda en un trimestre.</a:t>
            </a:r>
          </a:p>
          <a:p>
            <a:pPr algn="l">
              <a:spcAft>
                <a:spcPts val="800"/>
              </a:spcAft>
            </a:pPr>
            <a:r>
              <a:rPr b="1" sz="1500">
                <a:solidFill>
                  <a:srgbClr val="434343"/>
                </a:solidFill>
                <a:latin typeface="Catamaran"/>
              </a:rPr>
              <a:t>Sin trampa: </a:t>
            </a:r>
            <a:r>
              <a:rPr b="0" sz="1500">
                <a:solidFill>
                  <a:srgbClr val="434343"/>
                </a:solidFill>
                <a:latin typeface="Catamaran"/>
              </a:rPr>
              <a:t>la prueba son casi cinco años que el modelo nunca vio.</a:t>
            </a:r>
          </a:p>
          <a:p>
            <a:pPr algn="l">
              <a:spcAft>
                <a:spcPts val="800"/>
              </a:spcAft>
            </a:pPr>
            <a:r>
              <a:rPr b="1" sz="1500">
                <a:solidFill>
                  <a:srgbClr val="434343"/>
                </a:solidFill>
                <a:latin typeface="Catamaran"/>
              </a:rPr>
              <a:t>Se compara con reglas simples, </a:t>
            </a:r>
            <a:r>
              <a:rPr b="0" sz="1500">
                <a:solidFill>
                  <a:srgbClr val="434343"/>
                </a:solidFill>
                <a:latin typeface="Catamaran"/>
              </a:rPr>
              <a:t>como «será igual al trimestre anterior».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LOS SANTOS</a:t>
            </a:r>
          </a:p>
        </p:txBody>
      </p:sp>
      <p:sp>
        <p:nvSpPr>
          <p:cNvPr id="3" name="Rectangle 2"/>
          <p:cNvSpPr/>
          <p:nvPr/>
        </p:nvSpPr>
        <p:spPr>
          <a:xfrm>
            <a:off x="411480" y="457200"/>
            <a:ext cx="1691640" cy="1005840"/>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417320" cy="548640"/>
          </a:xfrm>
          <a:prstGeom prst="rect">
            <a:avLst/>
          </a:prstGeom>
          <a:noFill/>
        </p:spPr>
        <p:txBody>
          <a:bodyPr wrap="square" anchor="t" lIns="0" rIns="0" tIns="0" bIns="0">
            <a:spAutoFit/>
          </a:bodyPr>
          <a:lstStyle/>
          <a:p>
            <a:pPr algn="l">
              <a:spcAft>
                <a:spcPts val="600"/>
              </a:spcAft>
            </a:pPr>
            <a:r>
              <a:rPr b="1" sz="2800">
                <a:solidFill>
                  <a:srgbClr val="FFFFFF"/>
                </a:solidFill>
                <a:latin typeface="Livvic"/>
              </a:rPr>
              <a:t>80,7 %</a:t>
            </a:r>
          </a:p>
        </p:txBody>
      </p:sp>
      <p:sp>
        <p:nvSpPr>
          <p:cNvPr id="5" name="TextBox 4"/>
          <p:cNvSpPr txBox="1"/>
          <p:nvPr/>
        </p:nvSpPr>
        <p:spPr>
          <a:xfrm>
            <a:off x="548640" y="1097280"/>
            <a:ext cx="1417320" cy="320040"/>
          </a:xfrm>
          <a:prstGeom prst="rect">
            <a:avLst/>
          </a:prstGeom>
          <a:noFill/>
        </p:spPr>
        <p:txBody>
          <a:bodyPr wrap="square" anchor="t" lIns="0" rIns="0" tIns="0" bIns="0">
            <a:spAutoFit/>
          </a:bodyPr>
          <a:lstStyle/>
          <a:p>
            <a:pPr algn="l">
              <a:spcAft>
                <a:spcPts val="600"/>
              </a:spcAft>
            </a:pPr>
            <a:r>
              <a:rPr b="0" sz="1250">
                <a:solidFill>
                  <a:srgbClr val="FFFFFF"/>
                </a:solidFill>
                <a:latin typeface="Catamaran"/>
              </a:rPr>
              <a:t>exactitud</a:t>
            </a:r>
          </a:p>
        </p:txBody>
      </p:sp>
      <p:sp>
        <p:nvSpPr>
          <p:cNvPr id="6" name="Rectangle 5"/>
          <p:cNvSpPr/>
          <p:nvPr/>
        </p:nvSpPr>
        <p:spPr>
          <a:xfrm>
            <a:off x="2176272" y="457200"/>
            <a:ext cx="1691640" cy="1005840"/>
          </a:xfrm>
          <a:prstGeom prst="rect">
            <a:avLst/>
          </a:prstGeom>
          <a:solidFill>
            <a:srgbClr val="43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13432" y="548640"/>
            <a:ext cx="1417320" cy="548640"/>
          </a:xfrm>
          <a:prstGeom prst="rect">
            <a:avLst/>
          </a:prstGeom>
          <a:noFill/>
        </p:spPr>
        <p:txBody>
          <a:bodyPr wrap="square" anchor="t" lIns="0" rIns="0" tIns="0" bIns="0">
            <a:spAutoFit/>
          </a:bodyPr>
          <a:lstStyle/>
          <a:p>
            <a:pPr algn="l">
              <a:spcAft>
                <a:spcPts val="600"/>
              </a:spcAft>
            </a:pPr>
            <a:r>
              <a:rPr b="1" sz="2800">
                <a:solidFill>
                  <a:srgbClr val="FFFFFF"/>
                </a:solidFill>
                <a:latin typeface="Livvic"/>
              </a:rPr>
              <a:t>71,9 %</a:t>
            </a:r>
          </a:p>
        </p:txBody>
      </p:sp>
      <p:sp>
        <p:nvSpPr>
          <p:cNvPr id="8" name="TextBox 7"/>
          <p:cNvSpPr txBox="1"/>
          <p:nvPr/>
        </p:nvSpPr>
        <p:spPr>
          <a:xfrm>
            <a:off x="2313432" y="1097280"/>
            <a:ext cx="1417320" cy="320040"/>
          </a:xfrm>
          <a:prstGeom prst="rect">
            <a:avLst/>
          </a:prstGeom>
          <a:noFill/>
        </p:spPr>
        <p:txBody>
          <a:bodyPr wrap="square" anchor="t" lIns="0" rIns="0" tIns="0" bIns="0">
            <a:spAutoFit/>
          </a:bodyPr>
          <a:lstStyle/>
          <a:p>
            <a:pPr algn="l">
              <a:spcAft>
                <a:spcPts val="600"/>
              </a:spcAft>
            </a:pPr>
            <a:r>
              <a:rPr b="0" sz="1250">
                <a:solidFill>
                  <a:srgbClr val="FFFFFF"/>
                </a:solidFill>
                <a:latin typeface="Catamaran"/>
              </a:rPr>
              <a:t>F1 macro</a:t>
            </a:r>
          </a:p>
        </p:txBody>
      </p:sp>
      <p:graphicFrame>
        <p:nvGraphicFramePr>
          <p:cNvPr id="9" name="Chart 8"/>
          <p:cNvGraphicFramePr>
            <a:graphicFrameLocks noGrp="1"/>
          </p:cNvGraphicFramePr>
          <p:nvPr/>
        </p:nvGraphicFramePr>
        <p:xfrm>
          <a:off x="274320" y="1554480"/>
          <a:ext cx="4114800" cy="2377440"/>
        </p:xfrm>
        <a:graphic>
          <a:graphicData uri="http://schemas.openxmlformats.org/drawingml/2006/chart">
            <c:chart xmlns:c="http://schemas.openxmlformats.org/drawingml/2006/chart" r:id="rId3"/>
          </a:graphicData>
        </a:graphic>
      </p:graphicFrame>
      <p:sp>
        <p:nvSpPr>
          <p:cNvPr id="10" name="TextBox 9"/>
          <p:cNvSpPr txBox="1"/>
          <p:nvPr/>
        </p:nvSpPr>
        <p:spPr>
          <a:xfrm>
            <a:off x="5257800" y="539496"/>
            <a:ext cx="2194560" cy="274320"/>
          </a:xfrm>
          <a:prstGeom prst="rect">
            <a:avLst/>
          </a:prstGeom>
          <a:noFill/>
        </p:spPr>
        <p:txBody>
          <a:bodyPr wrap="square" anchor="t" lIns="0" rIns="0" tIns="0" bIns="0">
            <a:spAutoFit/>
          </a:bodyPr>
          <a:lstStyle/>
          <a:p>
            <a:pPr algn="ctr">
              <a:spcAft>
                <a:spcPts val="600"/>
              </a:spcAft>
            </a:pPr>
            <a:r>
              <a:rPr b="0" sz="1200">
                <a:solidFill>
                  <a:srgbClr val="434343"/>
                </a:solidFill>
                <a:latin typeface="Catamaran"/>
              </a:rPr>
              <a:t>Predicho →</a:t>
            </a:r>
          </a:p>
        </p:txBody>
      </p:sp>
      <p:sp>
        <p:nvSpPr>
          <p:cNvPr id="11" name="TextBox 10"/>
          <p:cNvSpPr txBox="1"/>
          <p:nvPr/>
        </p:nvSpPr>
        <p:spPr>
          <a:xfrm>
            <a:off x="4572000" y="868680"/>
            <a:ext cx="621792" cy="731520"/>
          </a:xfrm>
          <a:prstGeom prst="rect">
            <a:avLst/>
          </a:prstGeom>
          <a:noFill/>
        </p:spPr>
        <p:txBody>
          <a:bodyPr wrap="square" anchor="ctr" lIns="0" rIns="0" tIns="0" bIns="0">
            <a:spAutoFit/>
          </a:bodyPr>
          <a:lstStyle/>
          <a:p>
            <a:pPr algn="r">
              <a:spcAft>
                <a:spcPts val="600"/>
              </a:spcAft>
            </a:pPr>
            <a:r>
              <a:rPr b="0" sz="1250">
                <a:solidFill>
                  <a:srgbClr val="434343"/>
                </a:solidFill>
                <a:latin typeface="Catamaran"/>
              </a:rPr>
              <a:t>Bajo</a:t>
            </a:r>
          </a:p>
        </p:txBody>
      </p:sp>
      <p:sp>
        <p:nvSpPr>
          <p:cNvPr id="12" name="TextBox 11"/>
          <p:cNvSpPr txBox="1"/>
          <p:nvPr/>
        </p:nvSpPr>
        <p:spPr>
          <a:xfrm>
            <a:off x="5257800" y="3099816"/>
            <a:ext cx="731520" cy="274320"/>
          </a:xfrm>
          <a:prstGeom prst="rect">
            <a:avLst/>
          </a:prstGeom>
          <a:noFill/>
        </p:spPr>
        <p:txBody>
          <a:bodyPr wrap="square" anchor="t" lIns="0" rIns="0" tIns="0" bIns="0">
            <a:spAutoFit/>
          </a:bodyPr>
          <a:lstStyle/>
          <a:p>
            <a:pPr algn="ctr">
              <a:spcAft>
                <a:spcPts val="600"/>
              </a:spcAft>
            </a:pPr>
            <a:r>
              <a:rPr b="0" sz="1250">
                <a:solidFill>
                  <a:srgbClr val="434343"/>
                </a:solidFill>
                <a:latin typeface="Catamaran"/>
              </a:rPr>
              <a:t>Bajo</a:t>
            </a:r>
          </a:p>
        </p:txBody>
      </p:sp>
      <p:sp>
        <p:nvSpPr>
          <p:cNvPr id="13" name="Rectangle 12"/>
          <p:cNvSpPr/>
          <p:nvPr/>
        </p:nvSpPr>
        <p:spPr>
          <a:xfrm>
            <a:off x="5257800" y="868680"/>
            <a:ext cx="685800" cy="685800"/>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868680"/>
            <a:ext cx="685800" cy="685800"/>
          </a:xfrm>
          <a:prstGeom prst="rect">
            <a:avLst/>
          </a:prstGeom>
          <a:noFill/>
        </p:spPr>
        <p:txBody>
          <a:bodyPr wrap="square" anchor="ctr" lIns="0" rIns="0" tIns="0" bIns="0">
            <a:spAutoFit/>
          </a:bodyPr>
          <a:lstStyle/>
          <a:p>
            <a:pPr algn="ctr">
              <a:spcAft>
                <a:spcPts val="600"/>
              </a:spcAft>
            </a:pPr>
            <a:r>
              <a:rPr b="1" sz="1700">
                <a:solidFill>
                  <a:srgbClr val="FFFFFF"/>
                </a:solidFill>
                <a:latin typeface="Catamaran"/>
              </a:rPr>
              <a:t>309</a:t>
            </a:r>
          </a:p>
        </p:txBody>
      </p:sp>
      <p:sp>
        <p:nvSpPr>
          <p:cNvPr id="15" name="Rectangle 14"/>
          <p:cNvSpPr/>
          <p:nvPr/>
        </p:nvSpPr>
        <p:spPr>
          <a:xfrm>
            <a:off x="5989320" y="868680"/>
            <a:ext cx="685800" cy="685800"/>
          </a:xfrm>
          <a:prstGeom prst="rect">
            <a:avLst/>
          </a:prstGeom>
          <a:solidFill>
            <a:srgbClr val="E3D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868680"/>
            <a:ext cx="685800" cy="685800"/>
          </a:xfrm>
          <a:prstGeom prst="rect">
            <a:avLst/>
          </a:prstGeom>
          <a:noFill/>
        </p:spPr>
        <p:txBody>
          <a:bodyPr wrap="square" anchor="ctr" lIns="0" rIns="0" tIns="0" bIns="0">
            <a:spAutoFit/>
          </a:bodyPr>
          <a:lstStyle/>
          <a:p>
            <a:pPr algn="ctr">
              <a:spcAft>
                <a:spcPts val="600"/>
              </a:spcAft>
            </a:pPr>
            <a:r>
              <a:rPr b="0" sz="1700">
                <a:solidFill>
                  <a:srgbClr val="434343"/>
                </a:solidFill>
                <a:latin typeface="Catamaran"/>
              </a:rPr>
              <a:t>37</a:t>
            </a:r>
          </a:p>
        </p:txBody>
      </p:sp>
      <p:sp>
        <p:nvSpPr>
          <p:cNvPr id="17" name="Rectangle 16"/>
          <p:cNvSpPr/>
          <p:nvPr/>
        </p:nvSpPr>
        <p:spPr>
          <a:xfrm>
            <a:off x="6720840" y="868680"/>
            <a:ext cx="685800" cy="685800"/>
          </a:xfrm>
          <a:prstGeom prst="rect">
            <a:avLst/>
          </a:prstGeom>
          <a:solidFill>
            <a:srgbClr val="E3D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0840" y="868680"/>
            <a:ext cx="685800" cy="685800"/>
          </a:xfrm>
          <a:prstGeom prst="rect">
            <a:avLst/>
          </a:prstGeom>
          <a:noFill/>
        </p:spPr>
        <p:txBody>
          <a:bodyPr wrap="square" anchor="ctr" lIns="0" rIns="0" tIns="0" bIns="0">
            <a:spAutoFit/>
          </a:bodyPr>
          <a:lstStyle/>
          <a:p>
            <a:pPr algn="ctr">
              <a:spcAft>
                <a:spcPts val="600"/>
              </a:spcAft>
            </a:pPr>
            <a:r>
              <a:rPr b="0" sz="1700">
                <a:solidFill>
                  <a:srgbClr val="434343"/>
                </a:solidFill>
                <a:latin typeface="Catamaran"/>
              </a:rPr>
              <a:t>4</a:t>
            </a:r>
          </a:p>
        </p:txBody>
      </p:sp>
      <p:sp>
        <p:nvSpPr>
          <p:cNvPr id="19" name="TextBox 18"/>
          <p:cNvSpPr txBox="1"/>
          <p:nvPr/>
        </p:nvSpPr>
        <p:spPr>
          <a:xfrm>
            <a:off x="4572000" y="1600200"/>
            <a:ext cx="621792" cy="731520"/>
          </a:xfrm>
          <a:prstGeom prst="rect">
            <a:avLst/>
          </a:prstGeom>
          <a:noFill/>
        </p:spPr>
        <p:txBody>
          <a:bodyPr wrap="square" anchor="ctr" lIns="0" rIns="0" tIns="0" bIns="0">
            <a:spAutoFit/>
          </a:bodyPr>
          <a:lstStyle/>
          <a:p>
            <a:pPr algn="r">
              <a:spcAft>
                <a:spcPts val="600"/>
              </a:spcAft>
            </a:pPr>
            <a:r>
              <a:rPr b="0" sz="1250">
                <a:solidFill>
                  <a:srgbClr val="434343"/>
                </a:solidFill>
                <a:latin typeface="Catamaran"/>
              </a:rPr>
              <a:t>Medio</a:t>
            </a:r>
          </a:p>
        </p:txBody>
      </p:sp>
      <p:sp>
        <p:nvSpPr>
          <p:cNvPr id="20" name="TextBox 19"/>
          <p:cNvSpPr txBox="1"/>
          <p:nvPr/>
        </p:nvSpPr>
        <p:spPr>
          <a:xfrm>
            <a:off x="5989320" y="3099816"/>
            <a:ext cx="731520" cy="274320"/>
          </a:xfrm>
          <a:prstGeom prst="rect">
            <a:avLst/>
          </a:prstGeom>
          <a:noFill/>
        </p:spPr>
        <p:txBody>
          <a:bodyPr wrap="square" anchor="t" lIns="0" rIns="0" tIns="0" bIns="0">
            <a:spAutoFit/>
          </a:bodyPr>
          <a:lstStyle/>
          <a:p>
            <a:pPr algn="ctr">
              <a:spcAft>
                <a:spcPts val="600"/>
              </a:spcAft>
            </a:pPr>
            <a:r>
              <a:rPr b="0" sz="1250">
                <a:solidFill>
                  <a:srgbClr val="434343"/>
                </a:solidFill>
                <a:latin typeface="Catamaran"/>
              </a:rPr>
              <a:t>Medio</a:t>
            </a:r>
          </a:p>
        </p:txBody>
      </p:sp>
      <p:sp>
        <p:nvSpPr>
          <p:cNvPr id="21" name="Rectangle 20"/>
          <p:cNvSpPr/>
          <p:nvPr/>
        </p:nvSpPr>
        <p:spPr>
          <a:xfrm>
            <a:off x="5257800" y="1600200"/>
            <a:ext cx="685800" cy="685800"/>
          </a:xfrm>
          <a:prstGeom prst="rect">
            <a:avLst/>
          </a:prstGeom>
          <a:solidFill>
            <a:srgbClr val="B6A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57800" y="1600200"/>
            <a:ext cx="685800" cy="685800"/>
          </a:xfrm>
          <a:prstGeom prst="rect">
            <a:avLst/>
          </a:prstGeom>
          <a:noFill/>
        </p:spPr>
        <p:txBody>
          <a:bodyPr wrap="square" anchor="ctr" lIns="0" rIns="0" tIns="0" bIns="0">
            <a:spAutoFit/>
          </a:bodyPr>
          <a:lstStyle/>
          <a:p>
            <a:pPr algn="ctr">
              <a:spcAft>
                <a:spcPts val="600"/>
              </a:spcAft>
            </a:pPr>
            <a:r>
              <a:rPr b="0" sz="1700">
                <a:solidFill>
                  <a:srgbClr val="434343"/>
                </a:solidFill>
                <a:latin typeface="Catamaran"/>
              </a:rPr>
              <a:t>31</a:t>
            </a:r>
          </a:p>
        </p:txBody>
      </p:sp>
      <p:sp>
        <p:nvSpPr>
          <p:cNvPr id="23" name="Rectangle 22"/>
          <p:cNvSpPr/>
          <p:nvPr/>
        </p:nvSpPr>
        <p:spPr>
          <a:xfrm>
            <a:off x="5989320" y="1600200"/>
            <a:ext cx="685800" cy="685800"/>
          </a:xfrm>
          <a:prstGeom prst="rect">
            <a:avLst/>
          </a:prstGeom>
          <a:solidFill>
            <a:srgbClr val="B6A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20" y="1600200"/>
            <a:ext cx="685800" cy="685800"/>
          </a:xfrm>
          <a:prstGeom prst="rect">
            <a:avLst/>
          </a:prstGeom>
          <a:noFill/>
        </p:spPr>
        <p:txBody>
          <a:bodyPr wrap="square" anchor="ctr" lIns="0" rIns="0" tIns="0" bIns="0">
            <a:spAutoFit/>
          </a:bodyPr>
          <a:lstStyle/>
          <a:p>
            <a:pPr algn="ctr">
              <a:spcAft>
                <a:spcPts val="600"/>
              </a:spcAft>
            </a:pPr>
            <a:r>
              <a:rPr b="1" sz="1700">
                <a:solidFill>
                  <a:srgbClr val="434343"/>
                </a:solidFill>
                <a:latin typeface="Catamaran"/>
              </a:rPr>
              <a:t>38</a:t>
            </a:r>
          </a:p>
        </p:txBody>
      </p:sp>
      <p:sp>
        <p:nvSpPr>
          <p:cNvPr id="25" name="Rectangle 24"/>
          <p:cNvSpPr/>
          <p:nvPr/>
        </p:nvSpPr>
        <p:spPr>
          <a:xfrm>
            <a:off x="6720840" y="1600200"/>
            <a:ext cx="685800" cy="685800"/>
          </a:xfrm>
          <a:prstGeom prst="rect">
            <a:avLst/>
          </a:prstGeom>
          <a:solidFill>
            <a:srgbClr val="E3D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20840" y="1600200"/>
            <a:ext cx="685800" cy="685800"/>
          </a:xfrm>
          <a:prstGeom prst="rect">
            <a:avLst/>
          </a:prstGeom>
          <a:noFill/>
        </p:spPr>
        <p:txBody>
          <a:bodyPr wrap="square" anchor="ctr" lIns="0" rIns="0" tIns="0" bIns="0">
            <a:spAutoFit/>
          </a:bodyPr>
          <a:lstStyle/>
          <a:p>
            <a:pPr algn="ctr">
              <a:spcAft>
                <a:spcPts val="600"/>
              </a:spcAft>
            </a:pPr>
            <a:r>
              <a:rPr b="0" sz="1700">
                <a:solidFill>
                  <a:srgbClr val="434343"/>
                </a:solidFill>
                <a:latin typeface="Catamaran"/>
              </a:rPr>
              <a:t>17</a:t>
            </a:r>
          </a:p>
        </p:txBody>
      </p:sp>
      <p:sp>
        <p:nvSpPr>
          <p:cNvPr id="27" name="TextBox 26"/>
          <p:cNvSpPr txBox="1"/>
          <p:nvPr/>
        </p:nvSpPr>
        <p:spPr>
          <a:xfrm>
            <a:off x="4572000" y="2331720"/>
            <a:ext cx="621792" cy="731520"/>
          </a:xfrm>
          <a:prstGeom prst="rect">
            <a:avLst/>
          </a:prstGeom>
          <a:noFill/>
        </p:spPr>
        <p:txBody>
          <a:bodyPr wrap="square" anchor="ctr" lIns="0" rIns="0" tIns="0" bIns="0">
            <a:spAutoFit/>
          </a:bodyPr>
          <a:lstStyle/>
          <a:p>
            <a:pPr algn="r">
              <a:spcAft>
                <a:spcPts val="600"/>
              </a:spcAft>
            </a:pPr>
            <a:r>
              <a:rPr b="0" sz="1250">
                <a:solidFill>
                  <a:srgbClr val="434343"/>
                </a:solidFill>
                <a:latin typeface="Catamaran"/>
              </a:rPr>
              <a:t>Alto</a:t>
            </a:r>
          </a:p>
        </p:txBody>
      </p:sp>
      <p:sp>
        <p:nvSpPr>
          <p:cNvPr id="28" name="TextBox 27"/>
          <p:cNvSpPr txBox="1"/>
          <p:nvPr/>
        </p:nvSpPr>
        <p:spPr>
          <a:xfrm>
            <a:off x="6720840" y="3099816"/>
            <a:ext cx="731520" cy="274320"/>
          </a:xfrm>
          <a:prstGeom prst="rect">
            <a:avLst/>
          </a:prstGeom>
          <a:noFill/>
        </p:spPr>
        <p:txBody>
          <a:bodyPr wrap="square" anchor="t" lIns="0" rIns="0" tIns="0" bIns="0">
            <a:spAutoFit/>
          </a:bodyPr>
          <a:lstStyle/>
          <a:p>
            <a:pPr algn="ctr">
              <a:spcAft>
                <a:spcPts val="600"/>
              </a:spcAft>
            </a:pPr>
            <a:r>
              <a:rPr b="0" sz="1250">
                <a:solidFill>
                  <a:srgbClr val="434343"/>
                </a:solidFill>
                <a:latin typeface="Catamaran"/>
              </a:rPr>
              <a:t>Alto</a:t>
            </a:r>
          </a:p>
        </p:txBody>
      </p:sp>
      <p:sp>
        <p:nvSpPr>
          <p:cNvPr id="29" name="Rectangle 28"/>
          <p:cNvSpPr/>
          <p:nvPr/>
        </p:nvSpPr>
        <p:spPr>
          <a:xfrm>
            <a:off x="5257800" y="2331720"/>
            <a:ext cx="685800" cy="685800"/>
          </a:xfrm>
          <a:prstGeom prst="rect">
            <a:avLst/>
          </a:prstGeom>
          <a:solidFill>
            <a:srgbClr val="E3D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57800" y="2331720"/>
            <a:ext cx="685800" cy="685800"/>
          </a:xfrm>
          <a:prstGeom prst="rect">
            <a:avLst/>
          </a:prstGeom>
          <a:noFill/>
        </p:spPr>
        <p:txBody>
          <a:bodyPr wrap="square" anchor="ctr" lIns="0" rIns="0" tIns="0" bIns="0">
            <a:spAutoFit/>
          </a:bodyPr>
          <a:lstStyle/>
          <a:p>
            <a:pPr algn="ctr">
              <a:spcAft>
                <a:spcPts val="600"/>
              </a:spcAft>
            </a:pPr>
            <a:r>
              <a:rPr b="0" sz="1700">
                <a:solidFill>
                  <a:srgbClr val="434343"/>
                </a:solidFill>
                <a:latin typeface="Catamaran"/>
              </a:rPr>
              <a:t>1</a:t>
            </a:r>
          </a:p>
        </p:txBody>
      </p:sp>
      <p:sp>
        <p:nvSpPr>
          <p:cNvPr id="31" name="Rectangle 30"/>
          <p:cNvSpPr/>
          <p:nvPr/>
        </p:nvSpPr>
        <p:spPr>
          <a:xfrm>
            <a:off x="5989320" y="2331720"/>
            <a:ext cx="685800" cy="685800"/>
          </a:xfrm>
          <a:prstGeom prst="rect">
            <a:avLst/>
          </a:prstGeom>
          <a:solidFill>
            <a:srgbClr val="E3D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89320" y="2331720"/>
            <a:ext cx="685800" cy="685800"/>
          </a:xfrm>
          <a:prstGeom prst="rect">
            <a:avLst/>
          </a:prstGeom>
          <a:noFill/>
        </p:spPr>
        <p:txBody>
          <a:bodyPr wrap="square" anchor="ctr" lIns="0" rIns="0" tIns="0" bIns="0">
            <a:spAutoFit/>
          </a:bodyPr>
          <a:lstStyle/>
          <a:p>
            <a:pPr algn="ctr">
              <a:spcAft>
                <a:spcPts val="600"/>
              </a:spcAft>
            </a:pPr>
            <a:r>
              <a:rPr b="0" sz="1700">
                <a:solidFill>
                  <a:srgbClr val="434343"/>
                </a:solidFill>
                <a:latin typeface="Catamaran"/>
              </a:rPr>
              <a:t>20</a:t>
            </a:r>
          </a:p>
        </p:txBody>
      </p:sp>
      <p:sp>
        <p:nvSpPr>
          <p:cNvPr id="33" name="Rectangle 32"/>
          <p:cNvSpPr/>
          <p:nvPr/>
        </p:nvSpPr>
        <p:spPr>
          <a:xfrm>
            <a:off x="6720840" y="2331720"/>
            <a:ext cx="685800" cy="685800"/>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20840" y="2331720"/>
            <a:ext cx="685800" cy="685800"/>
          </a:xfrm>
          <a:prstGeom prst="rect">
            <a:avLst/>
          </a:prstGeom>
          <a:noFill/>
        </p:spPr>
        <p:txBody>
          <a:bodyPr wrap="square" anchor="ctr" lIns="0" rIns="0" tIns="0" bIns="0">
            <a:spAutoFit/>
          </a:bodyPr>
          <a:lstStyle/>
          <a:p>
            <a:pPr algn="ctr">
              <a:spcAft>
                <a:spcPts val="600"/>
              </a:spcAft>
            </a:pPr>
            <a:r>
              <a:rPr b="1" sz="1700">
                <a:solidFill>
                  <a:srgbClr val="FFFFFF"/>
                </a:solidFill>
                <a:latin typeface="Catamaran"/>
              </a:rPr>
              <a:t>113</a:t>
            </a:r>
          </a:p>
        </p:txBody>
      </p:sp>
      <p:sp>
        <p:nvSpPr>
          <p:cNvPr id="35" name="TextBox 34"/>
          <p:cNvSpPr txBox="1"/>
          <p:nvPr/>
        </p:nvSpPr>
        <p:spPr>
          <a:xfrm>
            <a:off x="411480" y="4023360"/>
            <a:ext cx="7406640" cy="731520"/>
          </a:xfrm>
          <a:prstGeom prst="rect">
            <a:avLst/>
          </a:prstGeom>
          <a:noFill/>
        </p:spPr>
        <p:txBody>
          <a:bodyPr wrap="square" anchor="t" lIns="0" rIns="0" tIns="0" bIns="0">
            <a:spAutoFit/>
          </a:bodyPr>
          <a:lstStyle/>
          <a:p>
            <a:pPr algn="l">
              <a:spcAft>
                <a:spcPts val="1000"/>
              </a:spcAft>
            </a:pPr>
            <a:r>
              <a:rPr b="1" sz="1500">
                <a:solidFill>
                  <a:srgbClr val="434343"/>
                </a:solidFill>
                <a:latin typeface="Catamaran"/>
              </a:rPr>
              <a:t>Supera a las reglas simples y llega al 97 % del techo: </a:t>
            </a:r>
            <a:r>
              <a:rPr b="0" sz="1500">
                <a:solidFill>
                  <a:srgbClr val="434343"/>
                </a:solidFill>
                <a:latin typeface="Catamaran"/>
              </a:rPr>
              <a:t>lo que falta es azar.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SANTANDER</a:t>
            </a:r>
          </a:p>
        </p:txBody>
      </p:sp>
      <p:pic>
        <p:nvPicPr>
          <p:cNvPr id="3" name="Picture 2" descr="mapa_santander.png"/>
          <p:cNvPicPr>
            <a:picLocks noChangeAspect="1"/>
          </p:cNvPicPr>
          <p:nvPr/>
        </p:nvPicPr>
        <p:blipFill>
          <a:blip r:embed="rId3"/>
          <a:stretch>
            <a:fillRect/>
          </a:stretch>
        </p:blipFill>
        <p:spPr>
          <a:xfrm>
            <a:off x="320040" y="411480"/>
            <a:ext cx="3432592" cy="3886200"/>
          </a:xfrm>
          <a:prstGeom prst="rect">
            <a:avLst/>
          </a:prstGeom>
        </p:spPr>
      </p:pic>
      <p:sp>
        <p:nvSpPr>
          <p:cNvPr id="4" name="TextBox 3"/>
          <p:cNvSpPr txBox="1"/>
          <p:nvPr/>
        </p:nvSpPr>
        <p:spPr>
          <a:xfrm>
            <a:off x="365760" y="4343400"/>
            <a:ext cx="3657600" cy="365760"/>
          </a:xfrm>
          <a:prstGeom prst="rect">
            <a:avLst/>
          </a:prstGeom>
          <a:noFill/>
        </p:spPr>
        <p:txBody>
          <a:bodyPr wrap="square" anchor="t" lIns="0" rIns="0" tIns="0" bIns="0">
            <a:spAutoFit/>
          </a:bodyPr>
          <a:lstStyle/>
          <a:p>
            <a:pPr algn="l">
              <a:spcAft>
                <a:spcPts val="600"/>
              </a:spcAft>
            </a:pPr>
            <a:r>
              <a:rPr b="0" sz="1200">
                <a:solidFill>
                  <a:srgbClr val="434343"/>
                </a:solidFill>
                <a:latin typeface="Catamaran"/>
              </a:rPr>
              <a:t>Más oscuro: más sismos</a:t>
            </a:r>
          </a:p>
        </p:txBody>
      </p:sp>
      <p:sp>
        <p:nvSpPr>
          <p:cNvPr id="5" name="Rectangle 4"/>
          <p:cNvSpPr/>
          <p:nvPr/>
        </p:nvSpPr>
        <p:spPr>
          <a:xfrm>
            <a:off x="4206240" y="457200"/>
            <a:ext cx="1737360" cy="1005840"/>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43400" y="548640"/>
            <a:ext cx="1463039" cy="548640"/>
          </a:xfrm>
          <a:prstGeom prst="rect">
            <a:avLst/>
          </a:prstGeom>
          <a:noFill/>
        </p:spPr>
        <p:txBody>
          <a:bodyPr wrap="square" anchor="t" lIns="0" rIns="0" tIns="0" bIns="0">
            <a:spAutoFit/>
          </a:bodyPr>
          <a:lstStyle/>
          <a:p>
            <a:pPr algn="l">
              <a:spcAft>
                <a:spcPts val="600"/>
              </a:spcAft>
            </a:pPr>
            <a:r>
              <a:rPr b="1" sz="2800">
                <a:solidFill>
                  <a:srgbClr val="FFFFFF"/>
                </a:solidFill>
                <a:latin typeface="Livvic"/>
              </a:rPr>
              <a:t>93,4 %</a:t>
            </a:r>
          </a:p>
        </p:txBody>
      </p:sp>
      <p:sp>
        <p:nvSpPr>
          <p:cNvPr id="7" name="TextBox 6"/>
          <p:cNvSpPr txBox="1"/>
          <p:nvPr/>
        </p:nvSpPr>
        <p:spPr>
          <a:xfrm>
            <a:off x="4343400" y="1097280"/>
            <a:ext cx="1463039" cy="320040"/>
          </a:xfrm>
          <a:prstGeom prst="rect">
            <a:avLst/>
          </a:prstGeom>
          <a:noFill/>
        </p:spPr>
        <p:txBody>
          <a:bodyPr wrap="square" anchor="t" lIns="0" rIns="0" tIns="0" bIns="0">
            <a:spAutoFit/>
          </a:bodyPr>
          <a:lstStyle/>
          <a:p>
            <a:pPr algn="l">
              <a:spcAft>
                <a:spcPts val="600"/>
              </a:spcAft>
            </a:pPr>
            <a:r>
              <a:rPr b="0" sz="1250">
                <a:solidFill>
                  <a:srgbClr val="FFFFFF"/>
                </a:solidFill>
                <a:latin typeface="Catamaran"/>
              </a:rPr>
              <a:t>exactitud</a:t>
            </a:r>
          </a:p>
        </p:txBody>
      </p:sp>
      <p:sp>
        <p:nvSpPr>
          <p:cNvPr id="8" name="Rectangle 7"/>
          <p:cNvSpPr/>
          <p:nvPr/>
        </p:nvSpPr>
        <p:spPr>
          <a:xfrm>
            <a:off x="6035040" y="457200"/>
            <a:ext cx="1737360" cy="1005840"/>
          </a:xfrm>
          <a:prstGeom prst="rect">
            <a:avLst/>
          </a:prstGeom>
          <a:solidFill>
            <a:srgbClr val="43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548640"/>
            <a:ext cx="1463039" cy="548640"/>
          </a:xfrm>
          <a:prstGeom prst="rect">
            <a:avLst/>
          </a:prstGeom>
          <a:noFill/>
        </p:spPr>
        <p:txBody>
          <a:bodyPr wrap="square" anchor="t" lIns="0" rIns="0" tIns="0" bIns="0">
            <a:spAutoFit/>
          </a:bodyPr>
          <a:lstStyle/>
          <a:p>
            <a:pPr algn="l">
              <a:spcAft>
                <a:spcPts val="600"/>
              </a:spcAft>
            </a:pPr>
            <a:r>
              <a:rPr b="1" sz="2800">
                <a:solidFill>
                  <a:srgbClr val="FFFFFF"/>
                </a:solidFill>
                <a:latin typeface="Livvic"/>
              </a:rPr>
              <a:t>74,3 %</a:t>
            </a:r>
          </a:p>
        </p:txBody>
      </p:sp>
      <p:sp>
        <p:nvSpPr>
          <p:cNvPr id="10" name="TextBox 9"/>
          <p:cNvSpPr txBox="1"/>
          <p:nvPr/>
        </p:nvSpPr>
        <p:spPr>
          <a:xfrm>
            <a:off x="6172200" y="1097280"/>
            <a:ext cx="1463039" cy="320040"/>
          </a:xfrm>
          <a:prstGeom prst="rect">
            <a:avLst/>
          </a:prstGeom>
          <a:noFill/>
        </p:spPr>
        <p:txBody>
          <a:bodyPr wrap="square" anchor="t" lIns="0" rIns="0" tIns="0" bIns="0">
            <a:spAutoFit/>
          </a:bodyPr>
          <a:lstStyle/>
          <a:p>
            <a:pPr algn="l">
              <a:spcAft>
                <a:spcPts val="600"/>
              </a:spcAft>
            </a:pPr>
            <a:r>
              <a:rPr b="0" sz="1250">
                <a:solidFill>
                  <a:srgbClr val="FFFFFF"/>
                </a:solidFill>
                <a:latin typeface="Catamaran"/>
              </a:rPr>
              <a:t>F1 macro</a:t>
            </a:r>
          </a:p>
        </p:txBody>
      </p:sp>
      <p:graphicFrame>
        <p:nvGraphicFramePr>
          <p:cNvPr id="11" name="Chart 10"/>
          <p:cNvGraphicFramePr>
            <a:graphicFrameLocks noGrp="1"/>
          </p:cNvGraphicFramePr>
          <p:nvPr/>
        </p:nvGraphicFramePr>
        <p:xfrm>
          <a:off x="4069080" y="1554480"/>
          <a:ext cx="3794760" cy="1691640"/>
        </p:xfrm>
        <a:graphic>
          <a:graphicData uri="http://schemas.openxmlformats.org/drawingml/2006/chart">
            <c:chart xmlns:c="http://schemas.openxmlformats.org/drawingml/2006/chart" r:id="rId4"/>
          </a:graphicData>
        </a:graphic>
      </p:graphicFrame>
      <p:sp>
        <p:nvSpPr>
          <p:cNvPr id="12" name="TextBox 11"/>
          <p:cNvSpPr txBox="1"/>
          <p:nvPr/>
        </p:nvSpPr>
        <p:spPr>
          <a:xfrm>
            <a:off x="4206240" y="3337560"/>
            <a:ext cx="3566160" cy="1371600"/>
          </a:xfrm>
          <a:prstGeom prst="rect">
            <a:avLst/>
          </a:prstGeom>
          <a:noFill/>
        </p:spPr>
        <p:txBody>
          <a:bodyPr wrap="square" anchor="t" lIns="0" rIns="0" tIns="0" bIns="0">
            <a:spAutoFit/>
          </a:bodyPr>
          <a:lstStyle/>
          <a:p>
            <a:pPr algn="l">
              <a:spcAft>
                <a:spcPts val="700"/>
              </a:spcAft>
            </a:pPr>
            <a:r>
              <a:rPr b="1" sz="1450">
                <a:solidFill>
                  <a:srgbClr val="434343"/>
                </a:solidFill>
                <a:latin typeface="Catamaran"/>
              </a:rPr>
              <a:t>La exactitud engaña: </a:t>
            </a:r>
            <a:r>
              <a:rPr b="0" sz="1450">
                <a:solidFill>
                  <a:srgbClr val="434343"/>
                </a:solidFill>
                <a:latin typeface="Catamaran"/>
              </a:rPr>
              <a:t>el 92 % es «Bajo». Vale el F1.</a:t>
            </a:r>
          </a:p>
          <a:p>
            <a:pPr algn="l">
              <a:spcAft>
                <a:spcPts val="700"/>
              </a:spcAft>
            </a:pPr>
            <a:r>
              <a:rPr b="1" sz="1450">
                <a:solidFill>
                  <a:srgbClr val="434343"/>
                </a:solidFill>
                <a:latin typeface="Catamaran"/>
              </a:rPr>
              <a:t>Dos modelos: </a:t>
            </a:r>
            <a:r>
              <a:rPr b="0" sz="1450">
                <a:solidFill>
                  <a:srgbClr val="434343"/>
                </a:solidFill>
                <a:latin typeface="Catamaran"/>
              </a:rPr>
              <a:t>uno solo baja Los Santos a 63 %.</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¿Y SI TIEMBLA?</a:t>
            </a:r>
          </a:p>
        </p:txBody>
      </p:sp>
      <p:sp>
        <p:nvSpPr>
          <p:cNvPr id="3" name="TextBox 2"/>
          <p:cNvSpPr txBox="1"/>
          <p:nvPr/>
        </p:nvSpPr>
        <p:spPr>
          <a:xfrm>
            <a:off x="457200" y="411480"/>
            <a:ext cx="7315200" cy="457200"/>
          </a:xfrm>
          <a:prstGeom prst="rect">
            <a:avLst/>
          </a:prstGeom>
          <a:noFill/>
        </p:spPr>
        <p:txBody>
          <a:bodyPr wrap="square" anchor="t" lIns="0" rIns="0" tIns="0" bIns="0">
            <a:spAutoFit/>
          </a:bodyPr>
          <a:lstStyle/>
          <a:p>
            <a:pPr algn="l">
              <a:spcAft>
                <a:spcPts val="600"/>
              </a:spcAft>
            </a:pPr>
            <a:r>
              <a:rPr b="1" sz="2100">
                <a:solidFill>
                  <a:srgbClr val="434343"/>
                </a:solidFill>
                <a:latin typeface="Livvic"/>
              </a:rPr>
              <a:t>Simulador de sacudida: física calibrada con datos reales</a:t>
            </a:r>
          </a:p>
        </p:txBody>
      </p:sp>
      <p:sp>
        <p:nvSpPr>
          <p:cNvPr id="4" name="Rectangle 3"/>
          <p:cNvSpPr/>
          <p:nvPr/>
        </p:nvSpPr>
        <p:spPr>
          <a:xfrm>
            <a:off x="457200" y="1051560"/>
            <a:ext cx="1920240" cy="1188720"/>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143000"/>
            <a:ext cx="1645920" cy="548640"/>
          </a:xfrm>
          <a:prstGeom prst="rect">
            <a:avLst/>
          </a:prstGeom>
          <a:noFill/>
        </p:spPr>
        <p:txBody>
          <a:bodyPr wrap="square" anchor="t" lIns="0" rIns="0" tIns="0" bIns="0">
            <a:spAutoFit/>
          </a:bodyPr>
          <a:lstStyle/>
          <a:p>
            <a:pPr algn="l">
              <a:spcAft>
                <a:spcPts val="600"/>
              </a:spcAft>
            </a:pPr>
            <a:r>
              <a:rPr b="1" sz="2800">
                <a:solidFill>
                  <a:srgbClr val="FFFFFF"/>
                </a:solidFill>
                <a:latin typeface="Livvic"/>
              </a:rPr>
              <a:t>598</a:t>
            </a:r>
          </a:p>
        </p:txBody>
      </p:sp>
      <p:sp>
        <p:nvSpPr>
          <p:cNvPr id="6" name="TextBox 5"/>
          <p:cNvSpPr txBox="1"/>
          <p:nvPr/>
        </p:nvSpPr>
        <p:spPr>
          <a:xfrm>
            <a:off x="594360" y="1691639"/>
            <a:ext cx="1645920" cy="502920"/>
          </a:xfrm>
          <a:prstGeom prst="rect">
            <a:avLst/>
          </a:prstGeom>
          <a:noFill/>
        </p:spPr>
        <p:txBody>
          <a:bodyPr wrap="square" anchor="t" lIns="0" rIns="0" tIns="0" bIns="0">
            <a:spAutoFit/>
          </a:bodyPr>
          <a:lstStyle/>
          <a:p>
            <a:pPr algn="l">
              <a:spcAft>
                <a:spcPts val="600"/>
              </a:spcAft>
            </a:pPr>
            <a:r>
              <a:rPr b="0" sz="1250">
                <a:solidFill>
                  <a:srgbClr val="FFFFFF"/>
                </a:solidFill>
                <a:latin typeface="Catamaran"/>
              </a:rPr>
              <a:t>reportes reales de la población</a:t>
            </a:r>
          </a:p>
        </p:txBody>
      </p:sp>
      <p:sp>
        <p:nvSpPr>
          <p:cNvPr id="7" name="Rectangle 6"/>
          <p:cNvSpPr/>
          <p:nvPr/>
        </p:nvSpPr>
        <p:spPr>
          <a:xfrm>
            <a:off x="457200" y="2377440"/>
            <a:ext cx="1920240" cy="1188720"/>
          </a:xfrm>
          <a:prstGeom prst="rect">
            <a:avLst/>
          </a:prstGeom>
          <a:solidFill>
            <a:srgbClr val="43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468880"/>
            <a:ext cx="1645920" cy="548640"/>
          </a:xfrm>
          <a:prstGeom prst="rect">
            <a:avLst/>
          </a:prstGeom>
          <a:noFill/>
        </p:spPr>
        <p:txBody>
          <a:bodyPr wrap="square" anchor="t" lIns="0" rIns="0" tIns="0" bIns="0">
            <a:spAutoFit/>
          </a:bodyPr>
          <a:lstStyle/>
          <a:p>
            <a:pPr algn="l">
              <a:spcAft>
                <a:spcPts val="600"/>
              </a:spcAft>
            </a:pPr>
            <a:r>
              <a:rPr b="1" sz="2800">
                <a:solidFill>
                  <a:srgbClr val="FFFFFF"/>
                </a:solidFill>
                <a:latin typeface="Livvic"/>
              </a:rPr>
              <a:t>−23 %</a:t>
            </a:r>
          </a:p>
        </p:txBody>
      </p:sp>
      <p:sp>
        <p:nvSpPr>
          <p:cNvPr id="9" name="TextBox 8"/>
          <p:cNvSpPr txBox="1"/>
          <p:nvPr/>
        </p:nvSpPr>
        <p:spPr>
          <a:xfrm>
            <a:off x="594360" y="3017520"/>
            <a:ext cx="1645920" cy="502920"/>
          </a:xfrm>
          <a:prstGeom prst="rect">
            <a:avLst/>
          </a:prstGeom>
          <a:noFill/>
        </p:spPr>
        <p:txBody>
          <a:bodyPr wrap="square" anchor="t" lIns="0" rIns="0" tIns="0" bIns="0">
            <a:spAutoFit/>
          </a:bodyPr>
          <a:lstStyle/>
          <a:p>
            <a:pPr algn="l">
              <a:spcAft>
                <a:spcPts val="600"/>
              </a:spcAft>
            </a:pPr>
            <a:r>
              <a:rPr b="0" sz="1250">
                <a:solidFill>
                  <a:srgbClr val="FFFFFF"/>
                </a:solidFill>
                <a:latin typeface="Catamaran"/>
              </a:rPr>
              <a:t>de error al calibrar</a:t>
            </a:r>
          </a:p>
        </p:txBody>
      </p:sp>
      <p:graphicFrame>
        <p:nvGraphicFramePr>
          <p:cNvPr id="10" name="Chart 9"/>
          <p:cNvGraphicFramePr>
            <a:graphicFrameLocks noGrp="1"/>
          </p:cNvGraphicFramePr>
          <p:nvPr/>
        </p:nvGraphicFramePr>
        <p:xfrm>
          <a:off x="2560320" y="960120"/>
          <a:ext cx="5257800" cy="2651760"/>
        </p:xfrm>
        <a:graphic>
          <a:graphicData uri="http://schemas.openxmlformats.org/drawingml/2006/chart">
            <c:chart xmlns:c="http://schemas.openxmlformats.org/drawingml/2006/chart" r:id="rId3"/>
          </a:graphicData>
        </a:graphic>
      </p:graphicFrame>
      <p:sp>
        <p:nvSpPr>
          <p:cNvPr id="11" name="TextBox 10"/>
          <p:cNvSpPr txBox="1"/>
          <p:nvPr/>
        </p:nvSpPr>
        <p:spPr>
          <a:xfrm>
            <a:off x="457200" y="3794760"/>
            <a:ext cx="7315200" cy="914400"/>
          </a:xfrm>
          <a:prstGeom prst="rect">
            <a:avLst/>
          </a:prstGeom>
          <a:noFill/>
        </p:spPr>
        <p:txBody>
          <a:bodyPr wrap="square" anchor="t" lIns="0" rIns="0" tIns="0" bIns="0">
            <a:spAutoFit/>
          </a:bodyPr>
          <a:lstStyle/>
          <a:p>
            <a:pPr algn="l">
              <a:spcAft>
                <a:spcPts val="1000"/>
              </a:spcAft>
            </a:pPr>
            <a:r>
              <a:rPr b="1" sz="1500">
                <a:solidFill>
                  <a:srgbClr val="434343"/>
                </a:solidFill>
                <a:latin typeface="Catamaran"/>
              </a:rPr>
              <a:t>Menos es mejor. </a:t>
            </a:r>
            <a:r>
              <a:rPr b="0" sz="1500">
                <a:solidFill>
                  <a:srgbClr val="434343"/>
                </a:solidFill>
                <a:latin typeface="Catamaran"/>
              </a:rPr>
              <a:t>Lo simple ganó: una regresión sobre la física supera al Random Forest.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VIVIENDAS Y COSTO</a:t>
            </a:r>
          </a:p>
        </p:txBody>
      </p:sp>
      <p:pic>
        <p:nvPicPr>
          <p:cNvPr id="3" name="Picture 2" descr="curva_viviendas.png"/>
          <p:cNvPicPr>
            <a:picLocks noChangeAspect="1"/>
          </p:cNvPicPr>
          <p:nvPr/>
        </p:nvPicPr>
        <p:blipFill>
          <a:blip r:embed="rId3"/>
          <a:stretch>
            <a:fillRect/>
          </a:stretch>
        </p:blipFill>
        <p:spPr>
          <a:xfrm>
            <a:off x="320040" y="457200"/>
            <a:ext cx="4206240" cy="2894428"/>
          </a:xfrm>
          <a:prstGeom prst="rect">
            <a:avLst/>
          </a:prstGeom>
        </p:spPr>
      </p:pic>
      <p:sp>
        <p:nvSpPr>
          <p:cNvPr id="4" name="TextBox 3"/>
          <p:cNvSpPr txBox="1"/>
          <p:nvPr/>
        </p:nvSpPr>
        <p:spPr>
          <a:xfrm>
            <a:off x="457200" y="3520440"/>
            <a:ext cx="4023360" cy="731520"/>
          </a:xfrm>
          <a:prstGeom prst="rect">
            <a:avLst/>
          </a:prstGeom>
          <a:noFill/>
        </p:spPr>
        <p:txBody>
          <a:bodyPr wrap="square" anchor="t" lIns="0" rIns="0" tIns="0" bIns="0">
            <a:spAutoFit/>
          </a:bodyPr>
          <a:lstStyle/>
          <a:p>
            <a:pPr algn="l">
              <a:spcAft>
                <a:spcPts val="600"/>
              </a:spcAft>
            </a:pPr>
            <a:r>
              <a:rPr b="0" sz="1300">
                <a:solidFill>
                  <a:srgbClr val="434343"/>
                </a:solidFill>
                <a:latin typeface="Catamaran"/>
              </a:rPr>
              <a:t>A más intensidad, más viviendas afectadas. La franja es el rango del modelo.</a:t>
            </a:r>
          </a:p>
        </p:txBody>
      </p:sp>
      <p:sp>
        <p:nvSpPr>
          <p:cNvPr id="5" name="Rectangle 4"/>
          <p:cNvSpPr/>
          <p:nvPr/>
        </p:nvSpPr>
        <p:spPr>
          <a:xfrm>
            <a:off x="4754880" y="457200"/>
            <a:ext cx="3017520" cy="1051560"/>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92040" y="548640"/>
            <a:ext cx="2743200" cy="548640"/>
          </a:xfrm>
          <a:prstGeom prst="rect">
            <a:avLst/>
          </a:prstGeom>
          <a:noFill/>
        </p:spPr>
        <p:txBody>
          <a:bodyPr wrap="square" anchor="t" lIns="0" rIns="0" tIns="0" bIns="0">
            <a:spAutoFit/>
          </a:bodyPr>
          <a:lstStyle/>
          <a:p>
            <a:pPr algn="l">
              <a:spcAft>
                <a:spcPts val="600"/>
              </a:spcAft>
            </a:pPr>
            <a:r>
              <a:rPr b="1" sz="2800">
                <a:solidFill>
                  <a:srgbClr val="FFFFFF"/>
                </a:solidFill>
                <a:latin typeface="Livvic"/>
              </a:rPr>
              <a:t>120 casos</a:t>
            </a:r>
          </a:p>
        </p:txBody>
      </p:sp>
      <p:sp>
        <p:nvSpPr>
          <p:cNvPr id="7" name="TextBox 6"/>
          <p:cNvSpPr txBox="1"/>
          <p:nvPr/>
        </p:nvSpPr>
        <p:spPr>
          <a:xfrm>
            <a:off x="4892040" y="1097280"/>
            <a:ext cx="2743200" cy="365759"/>
          </a:xfrm>
          <a:prstGeom prst="rect">
            <a:avLst/>
          </a:prstGeom>
          <a:noFill/>
        </p:spPr>
        <p:txBody>
          <a:bodyPr wrap="square" anchor="t" lIns="0" rIns="0" tIns="0" bIns="0">
            <a:spAutoFit/>
          </a:bodyPr>
          <a:lstStyle/>
          <a:p>
            <a:pPr algn="l">
              <a:spcAft>
                <a:spcPts val="600"/>
              </a:spcAft>
            </a:pPr>
            <a:r>
              <a:rPr b="0" sz="1250">
                <a:solidFill>
                  <a:srgbClr val="FFFFFF"/>
                </a:solidFill>
                <a:latin typeface="Catamaran"/>
              </a:rPr>
              <a:t>reales, de 27 sismos (UNGRD)</a:t>
            </a:r>
          </a:p>
        </p:txBody>
      </p:sp>
      <p:sp>
        <p:nvSpPr>
          <p:cNvPr id="8" name="TextBox 7"/>
          <p:cNvSpPr txBox="1"/>
          <p:nvPr/>
        </p:nvSpPr>
        <p:spPr>
          <a:xfrm>
            <a:off x="4754880" y="1737360"/>
            <a:ext cx="3017520" cy="3017520"/>
          </a:xfrm>
          <a:prstGeom prst="rect">
            <a:avLst/>
          </a:prstGeom>
          <a:noFill/>
        </p:spPr>
        <p:txBody>
          <a:bodyPr wrap="square" anchor="t" lIns="0" rIns="0" tIns="0" bIns="0">
            <a:spAutoFit/>
          </a:bodyPr>
          <a:lstStyle/>
          <a:p>
            <a:pPr algn="l">
              <a:spcAft>
                <a:spcPts val="900"/>
              </a:spcAft>
            </a:pPr>
            <a:r>
              <a:rPr b="1" sz="1450">
                <a:solidFill>
                  <a:srgbClr val="434343"/>
                </a:solidFill>
                <a:latin typeface="Catamaran"/>
              </a:rPr>
              <a:t>Es débil y lo decimos: </a:t>
            </a:r>
            <a:r>
              <a:rPr b="0" sz="1450">
                <a:solidFill>
                  <a:srgbClr val="434343"/>
                </a:solidFill>
                <a:latin typeface="Catamaran"/>
              </a:rPr>
              <a:t>falla por un factor de diez.</a:t>
            </a:r>
          </a:p>
          <a:p>
            <a:pPr algn="l">
              <a:spcAft>
                <a:spcPts val="900"/>
              </a:spcAft>
            </a:pPr>
            <a:r>
              <a:rPr b="1" sz="1450">
                <a:solidFill>
                  <a:srgbClr val="434343"/>
                </a:solidFill>
                <a:latin typeface="Catamaran"/>
              </a:rPr>
              <a:t>Siempre da un rango, </a:t>
            </a:r>
            <a:r>
              <a:rPr b="0" sz="1450">
                <a:solidFill>
                  <a:srgbClr val="434343"/>
                </a:solidFill>
                <a:latin typeface="Catamaran"/>
              </a:rPr>
              <a:t>nunca una sola cifra.</a:t>
            </a:r>
          </a:p>
          <a:p>
            <a:pPr algn="l">
              <a:spcAft>
                <a:spcPts val="900"/>
              </a:spcAft>
            </a:pPr>
            <a:r>
              <a:rPr b="1" sz="1450">
                <a:solidFill>
                  <a:srgbClr val="434343"/>
                </a:solidFill>
                <a:latin typeface="Catamaran"/>
              </a:rPr>
              <a:t>Costo: </a:t>
            </a:r>
            <a:r>
              <a:rPr b="0" sz="1450">
                <a:solidFill>
                  <a:srgbClr val="434343"/>
                </a:solidFill>
                <a:latin typeface="Catamaran"/>
              </a:rPr>
              <a:t>1,4 a 54 millones por vivienda. Es gasto de atención, no indemnización.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LA INGENIERÍA</a:t>
            </a:r>
          </a:p>
        </p:txBody>
      </p:sp>
      <p:sp>
        <p:nvSpPr>
          <p:cNvPr id="3" name="Rectangle 2"/>
          <p:cNvSpPr/>
          <p:nvPr/>
        </p:nvSpPr>
        <p:spPr>
          <a:xfrm>
            <a:off x="411480" y="457200"/>
            <a:ext cx="3611880" cy="2514600"/>
          </a:xfrm>
          <a:prstGeom prst="rect">
            <a:avLst/>
          </a:prstGeom>
          <a:solidFill>
            <a:srgbClr val="E3D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566928"/>
            <a:ext cx="3291840" cy="411480"/>
          </a:xfrm>
          <a:prstGeom prst="rect">
            <a:avLst/>
          </a:prstGeom>
          <a:noFill/>
        </p:spPr>
        <p:txBody>
          <a:bodyPr wrap="square" anchor="t" lIns="0" rIns="0" tIns="0" bIns="0">
            <a:spAutoFit/>
          </a:bodyPr>
          <a:lstStyle/>
          <a:p>
            <a:pPr algn="l">
              <a:spcAft>
                <a:spcPts val="600"/>
              </a:spcAft>
            </a:pPr>
            <a:r>
              <a:rPr b="1" sz="1800">
                <a:solidFill>
                  <a:srgbClr val="434343"/>
                </a:solidFill>
                <a:latin typeface="Livvic"/>
              </a:rPr>
              <a:t>BACKEND</a:t>
            </a:r>
          </a:p>
        </p:txBody>
      </p:sp>
      <p:sp>
        <p:nvSpPr>
          <p:cNvPr id="5" name="TextBox 4"/>
          <p:cNvSpPr txBox="1"/>
          <p:nvPr/>
        </p:nvSpPr>
        <p:spPr>
          <a:xfrm>
            <a:off x="594360" y="1051560"/>
            <a:ext cx="3291840" cy="2286000"/>
          </a:xfrm>
          <a:prstGeom prst="rect">
            <a:avLst/>
          </a:prstGeom>
          <a:noFill/>
        </p:spPr>
        <p:txBody>
          <a:bodyPr wrap="square" anchor="t" lIns="0" rIns="0" tIns="0" bIns="0">
            <a:spAutoFit/>
          </a:bodyPr>
          <a:lstStyle/>
          <a:p>
            <a:pPr algn="l">
              <a:spcAft>
                <a:spcPts val="400"/>
              </a:spcAft>
            </a:pPr>
            <a:r>
              <a:rPr b="1" sz="1400">
                <a:solidFill>
                  <a:srgbClr val="434343"/>
                </a:solidFill>
                <a:latin typeface="Catamaran"/>
              </a:rPr>
              <a:t>FastAPI + Python</a:t>
            </a:r>
          </a:p>
          <a:p>
            <a:pPr algn="l">
              <a:spcAft>
                <a:spcPts val="400"/>
              </a:spcAft>
            </a:pPr>
            <a:r>
              <a:rPr b="0" sz="1400">
                <a:solidFill>
                  <a:srgbClr val="434343"/>
                </a:solidFill>
                <a:latin typeface="Catamaran"/>
              </a:rPr>
              <a:t>API REST con los tres modelos</a:t>
            </a:r>
          </a:p>
          <a:p>
            <a:pPr algn="l">
              <a:spcAft>
                <a:spcPts val="400"/>
              </a:spcAft>
            </a:pPr>
            <a:r>
              <a:rPr b="1" sz="1400">
                <a:solidFill>
                  <a:srgbClr val="434343"/>
                </a:solidFill>
                <a:latin typeface="Catamaran"/>
              </a:rPr>
              <a:t>22 pruebas automáticas</a:t>
            </a:r>
          </a:p>
          <a:p>
            <a:pPr algn="l">
              <a:spcAft>
                <a:spcPts val="400"/>
              </a:spcAft>
            </a:pPr>
            <a:r>
              <a:rPr b="0" sz="1400">
                <a:solidFill>
                  <a:srgbClr val="434343"/>
                </a:solidFill>
                <a:latin typeface="Catamaran"/>
              </a:rPr>
              <a:t>Lo que sirve es lo que se entrenó</a:t>
            </a:r>
          </a:p>
          <a:p>
            <a:pPr algn="l">
              <a:spcAft>
                <a:spcPts val="400"/>
              </a:spcAft>
            </a:pPr>
            <a:r>
              <a:rPr b="1" sz="1400">
                <a:solidFill>
                  <a:srgbClr val="434343"/>
                </a:solidFill>
                <a:latin typeface="Catamaran"/>
              </a:rPr>
              <a:t>Docker → Cloud Run</a:t>
            </a:r>
          </a:p>
        </p:txBody>
      </p:sp>
      <p:sp>
        <p:nvSpPr>
          <p:cNvPr id="6" name="Rectangle 5"/>
          <p:cNvSpPr/>
          <p:nvPr/>
        </p:nvSpPr>
        <p:spPr>
          <a:xfrm>
            <a:off x="4206240" y="457200"/>
            <a:ext cx="3611880" cy="2514600"/>
          </a:xfrm>
          <a:prstGeom prst="rect">
            <a:avLst/>
          </a:prstGeom>
          <a:solidFill>
            <a:srgbClr val="43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0" y="566928"/>
            <a:ext cx="3291840" cy="411480"/>
          </a:xfrm>
          <a:prstGeom prst="rect">
            <a:avLst/>
          </a:prstGeom>
          <a:noFill/>
        </p:spPr>
        <p:txBody>
          <a:bodyPr wrap="square" anchor="t" lIns="0" rIns="0" tIns="0" bIns="0">
            <a:spAutoFit/>
          </a:bodyPr>
          <a:lstStyle/>
          <a:p>
            <a:pPr algn="l">
              <a:spcAft>
                <a:spcPts val="600"/>
              </a:spcAft>
            </a:pPr>
            <a:r>
              <a:rPr b="1" sz="1800">
                <a:solidFill>
                  <a:srgbClr val="FFFFFF"/>
                </a:solidFill>
                <a:latin typeface="Livvic"/>
              </a:rPr>
              <a:t>FRONTEND</a:t>
            </a:r>
          </a:p>
        </p:txBody>
      </p:sp>
      <p:sp>
        <p:nvSpPr>
          <p:cNvPr id="8" name="TextBox 7"/>
          <p:cNvSpPr txBox="1"/>
          <p:nvPr/>
        </p:nvSpPr>
        <p:spPr>
          <a:xfrm>
            <a:off x="4389120" y="1051560"/>
            <a:ext cx="3291840" cy="2286000"/>
          </a:xfrm>
          <a:prstGeom prst="rect">
            <a:avLst/>
          </a:prstGeom>
          <a:noFill/>
        </p:spPr>
        <p:txBody>
          <a:bodyPr wrap="square" anchor="t" lIns="0" rIns="0" tIns="0" bIns="0">
            <a:spAutoFit/>
          </a:bodyPr>
          <a:lstStyle/>
          <a:p>
            <a:pPr algn="l">
              <a:spcAft>
                <a:spcPts val="400"/>
              </a:spcAft>
            </a:pPr>
            <a:r>
              <a:rPr b="1" sz="1400">
                <a:solidFill>
                  <a:srgbClr val="FFFFFF"/>
                </a:solidFill>
                <a:latin typeface="Catamaran"/>
              </a:rPr>
              <a:t>React + deck.gl</a:t>
            </a:r>
          </a:p>
          <a:p>
            <a:pPr algn="l">
              <a:spcAft>
                <a:spcPts val="400"/>
              </a:spcAft>
            </a:pPr>
            <a:r>
              <a:rPr b="0" sz="1400">
                <a:solidFill>
                  <a:srgbClr val="FFFFFF"/>
                </a:solidFill>
                <a:latin typeface="Catamaran"/>
              </a:rPr>
              <a:t>Relieve 3D real de Santander</a:t>
            </a:r>
          </a:p>
          <a:p>
            <a:pPr algn="l">
              <a:spcAft>
                <a:spcPts val="400"/>
              </a:spcAft>
            </a:pPr>
            <a:r>
              <a:rPr b="1" sz="1400">
                <a:solidFill>
                  <a:srgbClr val="FFFFFF"/>
                </a:solidFill>
                <a:latin typeface="Catamaran"/>
              </a:rPr>
              <a:t>Un modelo por zona</a:t>
            </a:r>
          </a:p>
          <a:p>
            <a:pPr algn="l">
              <a:spcAft>
                <a:spcPts val="400"/>
              </a:spcAft>
            </a:pPr>
            <a:r>
              <a:rPr b="0" sz="1400">
                <a:solidFill>
                  <a:srgbClr val="FFFFFF"/>
                </a:solidFill>
                <a:latin typeface="Catamaran"/>
              </a:rPr>
              <a:t>Al cambiar de zona, cambia el modelo</a:t>
            </a:r>
          </a:p>
          <a:p>
            <a:pPr algn="l">
              <a:spcAft>
                <a:spcPts val="400"/>
              </a:spcAft>
            </a:pPr>
            <a:r>
              <a:rPr b="1" sz="1400">
                <a:solidFill>
                  <a:srgbClr val="FFFFFF"/>
                </a:solidFill>
                <a:latin typeface="Catamaran"/>
              </a:rPr>
              <a:t>Sitio estático → Vercel</a:t>
            </a:r>
          </a:p>
        </p:txBody>
      </p:sp>
      <p:sp>
        <p:nvSpPr>
          <p:cNvPr id="9" name="TextBox 8"/>
          <p:cNvSpPr txBox="1"/>
          <p:nvPr/>
        </p:nvSpPr>
        <p:spPr>
          <a:xfrm>
            <a:off x="411480" y="3063240"/>
            <a:ext cx="7315200" cy="320040"/>
          </a:xfrm>
          <a:prstGeom prst="rect">
            <a:avLst/>
          </a:prstGeom>
          <a:noFill/>
        </p:spPr>
        <p:txBody>
          <a:bodyPr wrap="square" anchor="t" lIns="0" rIns="0" tIns="0" bIns="0">
            <a:spAutoFit/>
          </a:bodyPr>
          <a:lstStyle/>
          <a:p>
            <a:pPr algn="l">
              <a:spcAft>
                <a:spcPts val="600"/>
              </a:spcAft>
            </a:pPr>
            <a:r>
              <a:rPr b="1" sz="1250">
                <a:solidFill>
                  <a:srgbClr val="908269"/>
                </a:solidFill>
                <a:latin typeface="Livvic"/>
              </a:rPr>
              <a:t>EL RECORRIDO DE UNA CONSULTA</a:t>
            </a:r>
          </a:p>
        </p:txBody>
      </p:sp>
      <p:sp>
        <p:nvSpPr>
          <p:cNvPr id="10" name="Rectangle 9"/>
          <p:cNvSpPr/>
          <p:nvPr/>
        </p:nvSpPr>
        <p:spPr>
          <a:xfrm>
            <a:off x="411480" y="3429000"/>
            <a:ext cx="1572768" cy="1005840"/>
          </a:xfrm>
          <a:prstGeom prst="rect">
            <a:avLst/>
          </a:prstGeom>
          <a:solidFill>
            <a:srgbClr val="B6A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29000"/>
            <a:ext cx="1481328" cy="1005840"/>
          </a:xfrm>
          <a:prstGeom prst="rect">
            <a:avLst/>
          </a:prstGeom>
          <a:noFill/>
        </p:spPr>
        <p:txBody>
          <a:bodyPr wrap="square" anchor="ctr" lIns="0" rIns="0" tIns="0" bIns="0">
            <a:spAutoFit/>
          </a:bodyPr>
          <a:lstStyle/>
          <a:p>
            <a:pPr algn="ctr">
              <a:spcAft>
                <a:spcPts val="600"/>
              </a:spcAft>
            </a:pPr>
            <a:r>
              <a:rPr b="1" sz="1500">
                <a:solidFill>
                  <a:srgbClr val="434343"/>
                </a:solidFill>
                <a:latin typeface="Livvic"/>
              </a:rPr>
              <a:t>Mueves un control</a:t>
            </a:r>
          </a:p>
        </p:txBody>
      </p:sp>
      <p:sp>
        <p:nvSpPr>
          <p:cNvPr id="12" name="Rectangle 11"/>
          <p:cNvSpPr/>
          <p:nvPr/>
        </p:nvSpPr>
        <p:spPr>
          <a:xfrm>
            <a:off x="2295144" y="3429000"/>
            <a:ext cx="1572768" cy="1005840"/>
          </a:xfrm>
          <a:prstGeom prst="rect">
            <a:avLst/>
          </a:prstGeom>
          <a:solidFill>
            <a:srgbClr val="B6A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40864" y="3429000"/>
            <a:ext cx="1481328" cy="1005840"/>
          </a:xfrm>
          <a:prstGeom prst="rect">
            <a:avLst/>
          </a:prstGeom>
          <a:noFill/>
        </p:spPr>
        <p:txBody>
          <a:bodyPr wrap="square" anchor="ctr" lIns="0" rIns="0" tIns="0" bIns="0">
            <a:spAutoFit/>
          </a:bodyPr>
          <a:lstStyle/>
          <a:p>
            <a:pPr algn="ctr">
              <a:spcAft>
                <a:spcPts val="600"/>
              </a:spcAft>
            </a:pPr>
            <a:r>
              <a:rPr b="1" sz="1500">
                <a:solidFill>
                  <a:srgbClr val="434343"/>
                </a:solidFill>
                <a:latin typeface="Livvic"/>
              </a:rPr>
              <a:t>La API calcula</a:t>
            </a:r>
          </a:p>
        </p:txBody>
      </p:sp>
      <p:sp>
        <p:nvSpPr>
          <p:cNvPr id="14" name="Right Arrow 13"/>
          <p:cNvSpPr/>
          <p:nvPr/>
        </p:nvSpPr>
        <p:spPr>
          <a:xfrm>
            <a:off x="2011680" y="3813048"/>
            <a:ext cx="256032" cy="237744"/>
          </a:xfrm>
          <a:prstGeom prst="rightArrow">
            <a:avLst/>
          </a:prstGeom>
          <a:solidFill>
            <a:srgbClr val="43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78808" y="3429000"/>
            <a:ext cx="1572768" cy="1005840"/>
          </a:xfrm>
          <a:prstGeom prst="rect">
            <a:avLst/>
          </a:prstGeom>
          <a:solidFill>
            <a:srgbClr val="B6A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24528" y="3429000"/>
            <a:ext cx="1481328" cy="1005840"/>
          </a:xfrm>
          <a:prstGeom prst="rect">
            <a:avLst/>
          </a:prstGeom>
          <a:noFill/>
        </p:spPr>
        <p:txBody>
          <a:bodyPr wrap="square" anchor="ctr" lIns="0" rIns="0" tIns="0" bIns="0">
            <a:spAutoFit/>
          </a:bodyPr>
          <a:lstStyle/>
          <a:p>
            <a:pPr algn="ctr">
              <a:spcAft>
                <a:spcPts val="600"/>
              </a:spcAft>
            </a:pPr>
            <a:r>
              <a:rPr b="1" sz="1500">
                <a:solidFill>
                  <a:srgbClr val="434343"/>
                </a:solidFill>
                <a:latin typeface="Livvic"/>
              </a:rPr>
              <a:t>Responde JSON</a:t>
            </a:r>
          </a:p>
        </p:txBody>
      </p:sp>
      <p:sp>
        <p:nvSpPr>
          <p:cNvPr id="17" name="Right Arrow 16"/>
          <p:cNvSpPr/>
          <p:nvPr/>
        </p:nvSpPr>
        <p:spPr>
          <a:xfrm>
            <a:off x="3895344" y="3813048"/>
            <a:ext cx="256032" cy="237744"/>
          </a:xfrm>
          <a:prstGeom prst="rightArrow">
            <a:avLst/>
          </a:prstGeom>
          <a:solidFill>
            <a:srgbClr val="43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62472" y="3429000"/>
            <a:ext cx="1572768" cy="1005840"/>
          </a:xfrm>
          <a:prstGeom prst="rect">
            <a:avLst/>
          </a:prstGeom>
          <a:solidFill>
            <a:srgbClr val="B6AD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08192" y="3429000"/>
            <a:ext cx="1481328" cy="1005840"/>
          </a:xfrm>
          <a:prstGeom prst="rect">
            <a:avLst/>
          </a:prstGeom>
          <a:noFill/>
        </p:spPr>
        <p:txBody>
          <a:bodyPr wrap="square" anchor="ctr" lIns="0" rIns="0" tIns="0" bIns="0">
            <a:spAutoFit/>
          </a:bodyPr>
          <a:lstStyle/>
          <a:p>
            <a:pPr algn="ctr">
              <a:spcAft>
                <a:spcPts val="600"/>
              </a:spcAft>
            </a:pPr>
            <a:r>
              <a:rPr b="1" sz="1500">
                <a:solidFill>
                  <a:srgbClr val="434343"/>
                </a:solidFill>
                <a:latin typeface="Livvic"/>
              </a:rPr>
              <a:t>Se pinta en 3D</a:t>
            </a:r>
          </a:p>
        </p:txBody>
      </p:sp>
      <p:sp>
        <p:nvSpPr>
          <p:cNvPr id="20" name="Right Arrow 19"/>
          <p:cNvSpPr/>
          <p:nvPr/>
        </p:nvSpPr>
        <p:spPr>
          <a:xfrm>
            <a:off x="5779008" y="3813048"/>
            <a:ext cx="256032" cy="237744"/>
          </a:xfrm>
          <a:prstGeom prst="rightArrow">
            <a:avLst/>
          </a:prstGeom>
          <a:solidFill>
            <a:srgbClr val="434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LA APLICACIÓN</a:t>
            </a:r>
          </a:p>
        </p:txBody>
      </p:sp>
      <p:pic>
        <p:nvPicPr>
          <p:cNvPr id="3" name="Picture 2" descr="cap_ls_tiempo_recorte.png"/>
          <p:cNvPicPr>
            <a:picLocks noChangeAspect="1"/>
          </p:cNvPicPr>
          <p:nvPr/>
        </p:nvPicPr>
        <p:blipFill>
          <a:blip r:embed="rId3"/>
          <a:stretch>
            <a:fillRect/>
          </a:stretch>
        </p:blipFill>
        <p:spPr>
          <a:xfrm>
            <a:off x="365760" y="685800"/>
            <a:ext cx="4572000" cy="3213652"/>
          </a:xfrm>
          <a:prstGeom prst="rect">
            <a:avLst/>
          </a:prstGeom>
        </p:spPr>
      </p:pic>
      <p:sp>
        <p:nvSpPr>
          <p:cNvPr id="4" name="TextBox 3"/>
          <p:cNvSpPr txBox="1"/>
          <p:nvPr/>
        </p:nvSpPr>
        <p:spPr>
          <a:xfrm>
            <a:off x="5120640" y="457200"/>
            <a:ext cx="2697480" cy="1097280"/>
          </a:xfrm>
          <a:prstGeom prst="rect">
            <a:avLst/>
          </a:prstGeom>
          <a:noFill/>
        </p:spPr>
        <p:txBody>
          <a:bodyPr wrap="square" anchor="t" lIns="0" rIns="0" tIns="0" bIns="0">
            <a:spAutoFit/>
          </a:bodyPr>
          <a:lstStyle/>
          <a:p>
            <a:pPr algn="l">
              <a:spcAft>
                <a:spcPts val="600"/>
              </a:spcAft>
            </a:pPr>
            <a:r>
              <a:rPr b="1" sz="2100">
                <a:solidFill>
                  <a:srgbClr val="434343"/>
                </a:solidFill>
                <a:latin typeface="Livvic"/>
              </a:rPr>
              <a:t>Predijo contra ocurrió</a:t>
            </a:r>
          </a:p>
        </p:txBody>
      </p:sp>
      <p:sp>
        <p:nvSpPr>
          <p:cNvPr id="5" name="TextBox 4"/>
          <p:cNvSpPr txBox="1"/>
          <p:nvPr/>
        </p:nvSpPr>
        <p:spPr>
          <a:xfrm>
            <a:off x="5120640" y="1600200"/>
            <a:ext cx="2697480" cy="3108960"/>
          </a:xfrm>
          <a:prstGeom prst="rect">
            <a:avLst/>
          </a:prstGeom>
          <a:noFill/>
        </p:spPr>
        <p:txBody>
          <a:bodyPr wrap="square" anchor="t" lIns="0" rIns="0" tIns="0" bIns="0">
            <a:spAutoFit/>
          </a:bodyPr>
          <a:lstStyle/>
          <a:p>
            <a:pPr algn="l">
              <a:spcAft>
                <a:spcPts val="1000"/>
              </a:spcAft>
            </a:pPr>
            <a:r>
              <a:rPr b="1" sz="1450">
                <a:solidFill>
                  <a:srgbClr val="434343"/>
                </a:solidFill>
                <a:latin typeface="Catamaran"/>
              </a:rPr>
              <a:t>Línea de tiempo: </a:t>
            </a:r>
            <a:r>
              <a:rPr b="0" sz="1450">
                <a:solidFill>
                  <a:srgbClr val="434343"/>
                </a:solidFill>
                <a:latin typeface="Catamaran"/>
              </a:rPr>
              <a:t>19 trimestres, de 2022 a 2026.</a:t>
            </a:r>
          </a:p>
          <a:p>
            <a:pPr algn="l">
              <a:spcAft>
                <a:spcPts val="1000"/>
              </a:spcAft>
            </a:pPr>
            <a:r>
              <a:rPr b="1" sz="1450">
                <a:solidFill>
                  <a:srgbClr val="434343"/>
                </a:solidFill>
                <a:latin typeface="Catamaran"/>
              </a:rPr>
              <a:t>Los fallos se marcan </a:t>
            </a:r>
            <a:r>
              <a:rPr b="0" sz="1450">
                <a:solidFill>
                  <a:srgbClr val="434343"/>
                </a:solidFill>
                <a:latin typeface="Catamaran"/>
              </a:rPr>
              <a:t>sobre el relieve.</a:t>
            </a:r>
          </a:p>
          <a:p>
            <a:pPr algn="l">
              <a:spcAft>
                <a:spcPts val="1000"/>
              </a:spcAft>
            </a:pPr>
            <a:r>
              <a:rPr b="1" sz="1450">
                <a:solidFill>
                  <a:srgbClr val="434343"/>
                </a:solidFill>
                <a:latin typeface="Catamaran"/>
              </a:rPr>
              <a:t>Clic en un punto: </a:t>
            </a:r>
            <a:r>
              <a:rPr b="0" sz="1450">
                <a:solidFill>
                  <a:srgbClr val="434343"/>
                </a:solidFill>
                <a:latin typeface="Catamaran"/>
              </a:rPr>
              <a:t>coordenadas, celda y personas.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SIMULAR UN SISMO</a:t>
            </a:r>
          </a:p>
        </p:txBody>
      </p:sp>
      <p:pic>
        <p:nvPicPr>
          <p:cNvPr id="3" name="Picture 2" descr="cap_somero_recorte.png"/>
          <p:cNvPicPr>
            <a:picLocks noChangeAspect="1"/>
          </p:cNvPicPr>
          <p:nvPr/>
        </p:nvPicPr>
        <p:blipFill>
          <a:blip r:embed="rId3"/>
          <a:stretch>
            <a:fillRect/>
          </a:stretch>
        </p:blipFill>
        <p:spPr>
          <a:xfrm>
            <a:off x="365760" y="411480"/>
            <a:ext cx="4550485" cy="4297680"/>
          </a:xfrm>
          <a:prstGeom prst="rect">
            <a:avLst/>
          </a:prstGeom>
        </p:spPr>
      </p:pic>
      <p:sp>
        <p:nvSpPr>
          <p:cNvPr id="4" name="TextBox 3"/>
          <p:cNvSpPr txBox="1"/>
          <p:nvPr/>
        </p:nvSpPr>
        <p:spPr>
          <a:xfrm>
            <a:off x="5120640" y="457200"/>
            <a:ext cx="2697480" cy="1097280"/>
          </a:xfrm>
          <a:prstGeom prst="rect">
            <a:avLst/>
          </a:prstGeom>
          <a:noFill/>
        </p:spPr>
        <p:txBody>
          <a:bodyPr wrap="square" anchor="t" lIns="0" rIns="0" tIns="0" bIns="0">
            <a:spAutoFit/>
          </a:bodyPr>
          <a:lstStyle/>
          <a:p>
            <a:pPr algn="l">
              <a:spcAft>
                <a:spcPts val="600"/>
              </a:spcAft>
            </a:pPr>
            <a:r>
              <a:rPr b="1" sz="2100">
                <a:solidFill>
                  <a:srgbClr val="434343"/>
                </a:solidFill>
                <a:latin typeface="Livvic"/>
              </a:rPr>
              <a:t>Sacudida y efectos</a:t>
            </a:r>
          </a:p>
        </p:txBody>
      </p:sp>
      <p:sp>
        <p:nvSpPr>
          <p:cNvPr id="5" name="TextBox 4"/>
          <p:cNvSpPr txBox="1"/>
          <p:nvPr/>
        </p:nvSpPr>
        <p:spPr>
          <a:xfrm>
            <a:off x="5120640" y="1600200"/>
            <a:ext cx="2697480" cy="3108960"/>
          </a:xfrm>
          <a:prstGeom prst="rect">
            <a:avLst/>
          </a:prstGeom>
          <a:noFill/>
        </p:spPr>
        <p:txBody>
          <a:bodyPr wrap="square" anchor="t" lIns="0" rIns="0" tIns="0" bIns="0">
            <a:spAutoFit/>
          </a:bodyPr>
          <a:lstStyle/>
          <a:p>
            <a:pPr algn="l">
              <a:spcAft>
                <a:spcPts val="1000"/>
              </a:spcAft>
            </a:pPr>
            <a:r>
              <a:rPr b="1" sz="1450">
                <a:solidFill>
                  <a:srgbClr val="434343"/>
                </a:solidFill>
                <a:latin typeface="Catamaran"/>
              </a:rPr>
              <a:t>Eliges el sismo, </a:t>
            </a:r>
            <a:r>
              <a:rPr b="0" sz="1450">
                <a:solidFill>
                  <a:srgbClr val="434343"/>
                </a:solidFill>
                <a:latin typeface="Catamaran"/>
              </a:rPr>
              <a:t>o reproduces uno real.</a:t>
            </a:r>
          </a:p>
          <a:p>
            <a:pPr algn="l">
              <a:spcAft>
                <a:spcPts val="1000"/>
              </a:spcAft>
            </a:pPr>
            <a:r>
              <a:rPr b="1" sz="1450">
                <a:solidFill>
                  <a:srgbClr val="434343"/>
                </a:solidFill>
                <a:latin typeface="Catamaran"/>
              </a:rPr>
              <a:t>Personas, viviendas y costo, </a:t>
            </a:r>
            <a:r>
              <a:rPr b="0" sz="1450">
                <a:solidFill>
                  <a:srgbClr val="434343"/>
                </a:solidFill>
                <a:latin typeface="Catamaran"/>
              </a:rPr>
              <a:t>con su rango.</a:t>
            </a:r>
          </a:p>
          <a:p>
            <a:pPr algn="l">
              <a:spcAft>
                <a:spcPts val="1000"/>
              </a:spcAft>
            </a:pPr>
            <a:r>
              <a:rPr b="1" sz="1450">
                <a:solidFill>
                  <a:srgbClr val="434343"/>
                </a:solidFill>
                <a:latin typeface="Catamaran"/>
              </a:rPr>
              <a:t>Avisa solo </a:t>
            </a:r>
            <a:r>
              <a:rPr b="0" sz="1450">
                <a:solidFill>
                  <a:srgbClr val="434343"/>
                </a:solidFill>
                <a:latin typeface="Catamaran"/>
              </a:rPr>
              <a:t>si te sales de lo validado.</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LÍMITES Y CIERRE</a:t>
            </a:r>
          </a:p>
        </p:txBody>
      </p:sp>
      <p:sp>
        <p:nvSpPr>
          <p:cNvPr id="3" name="Rectangle 2"/>
          <p:cNvSpPr/>
          <p:nvPr/>
        </p:nvSpPr>
        <p:spPr>
          <a:xfrm>
            <a:off x="411480" y="457200"/>
            <a:ext cx="3611880" cy="2606040"/>
          </a:xfrm>
          <a:prstGeom prst="rect">
            <a:avLst/>
          </a:prstGeom>
          <a:solidFill>
            <a:srgbClr val="E3DF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566928"/>
            <a:ext cx="3291840" cy="411480"/>
          </a:xfrm>
          <a:prstGeom prst="rect">
            <a:avLst/>
          </a:prstGeom>
          <a:noFill/>
        </p:spPr>
        <p:txBody>
          <a:bodyPr wrap="square" anchor="t" lIns="0" rIns="0" tIns="0" bIns="0">
            <a:spAutoFit/>
          </a:bodyPr>
          <a:lstStyle/>
          <a:p>
            <a:pPr algn="l">
              <a:spcAft>
                <a:spcPts val="600"/>
              </a:spcAft>
            </a:pPr>
            <a:r>
              <a:rPr b="1" sz="1600">
                <a:solidFill>
                  <a:srgbClr val="434343"/>
                </a:solidFill>
                <a:latin typeface="Livvic"/>
              </a:rPr>
              <a:t>LO QUE NO HACE BIEN</a:t>
            </a:r>
          </a:p>
        </p:txBody>
      </p:sp>
      <p:sp>
        <p:nvSpPr>
          <p:cNvPr id="5" name="TextBox 4"/>
          <p:cNvSpPr txBox="1"/>
          <p:nvPr/>
        </p:nvSpPr>
        <p:spPr>
          <a:xfrm>
            <a:off x="594360" y="1097280"/>
            <a:ext cx="3291840" cy="2286000"/>
          </a:xfrm>
          <a:prstGeom prst="rect">
            <a:avLst/>
          </a:prstGeom>
          <a:noFill/>
        </p:spPr>
        <p:txBody>
          <a:bodyPr wrap="square" anchor="t" lIns="0" rIns="0" tIns="0" bIns="0">
            <a:spAutoFit/>
          </a:bodyPr>
          <a:lstStyle/>
          <a:p>
            <a:pPr algn="l">
              <a:spcAft>
                <a:spcPts val="800"/>
              </a:spcAft>
            </a:pPr>
            <a:r>
              <a:rPr b="1" sz="1400">
                <a:solidFill>
                  <a:srgbClr val="434343"/>
                </a:solidFill>
                <a:latin typeface="Catamaran"/>
              </a:rPr>
              <a:t>Ventaja pequeña </a:t>
            </a:r>
            <a:r>
              <a:rPr b="0" sz="1400">
                <a:solidFill>
                  <a:srgbClr val="434343"/>
                </a:solidFill>
                <a:latin typeface="Catamaran"/>
              </a:rPr>
              <a:t>sobre la persistencia.</a:t>
            </a:r>
          </a:p>
          <a:p>
            <a:pPr algn="l">
              <a:spcAft>
                <a:spcPts val="800"/>
              </a:spcAft>
            </a:pPr>
            <a:r>
              <a:rPr b="1" sz="1400">
                <a:solidFill>
                  <a:srgbClr val="434343"/>
                </a:solidFill>
                <a:latin typeface="Catamaran"/>
              </a:rPr>
              <a:t>El nivel Medio </a:t>
            </a:r>
            <a:r>
              <a:rPr b="0" sz="1400">
                <a:solidFill>
                  <a:srgbClr val="434343"/>
                </a:solidFill>
                <a:latin typeface="Catamaran"/>
              </a:rPr>
              <a:t>se predice mal.</a:t>
            </a:r>
          </a:p>
          <a:p>
            <a:pPr algn="l">
              <a:spcAft>
                <a:spcPts val="800"/>
              </a:spcAft>
            </a:pPr>
            <a:r>
              <a:rPr b="1" sz="1400">
                <a:solidFill>
                  <a:srgbClr val="434343"/>
                </a:solidFill>
                <a:latin typeface="Catamaran"/>
              </a:rPr>
              <a:t>Viviendas: </a:t>
            </a:r>
            <a:r>
              <a:rPr b="0" sz="1400">
                <a:solidFill>
                  <a:srgbClr val="434343"/>
                </a:solidFill>
                <a:latin typeface="Catamaran"/>
              </a:rPr>
              <a:t>error de un factor diez.</a:t>
            </a:r>
          </a:p>
          <a:p>
            <a:pPr algn="l">
              <a:spcAft>
                <a:spcPts val="800"/>
              </a:spcAft>
            </a:pPr>
            <a:r>
              <a:rPr b="1" sz="1400">
                <a:solidFill>
                  <a:srgbClr val="434343"/>
                </a:solidFill>
                <a:latin typeface="Catamaran"/>
              </a:rPr>
              <a:t>No dice cuándo </a:t>
            </a:r>
            <a:r>
              <a:rPr b="0" sz="1400">
                <a:solidFill>
                  <a:srgbClr val="434343"/>
                </a:solidFill>
                <a:latin typeface="Catamaran"/>
              </a:rPr>
              <a:t>va a temblar.</a:t>
            </a:r>
          </a:p>
        </p:txBody>
      </p:sp>
      <p:sp>
        <p:nvSpPr>
          <p:cNvPr id="6" name="Rectangle 5"/>
          <p:cNvSpPr/>
          <p:nvPr/>
        </p:nvSpPr>
        <p:spPr>
          <a:xfrm>
            <a:off x="4206240" y="457200"/>
            <a:ext cx="3611880" cy="2606040"/>
          </a:xfrm>
          <a:prstGeom prst="rect">
            <a:avLst/>
          </a:prstGeom>
          <a:solidFill>
            <a:srgbClr val="9082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0" y="566928"/>
            <a:ext cx="3291840" cy="411480"/>
          </a:xfrm>
          <a:prstGeom prst="rect">
            <a:avLst/>
          </a:prstGeom>
          <a:noFill/>
        </p:spPr>
        <p:txBody>
          <a:bodyPr wrap="square" anchor="t" lIns="0" rIns="0" tIns="0" bIns="0">
            <a:spAutoFit/>
          </a:bodyPr>
          <a:lstStyle/>
          <a:p>
            <a:pPr algn="l">
              <a:spcAft>
                <a:spcPts val="600"/>
              </a:spcAft>
            </a:pPr>
            <a:r>
              <a:rPr b="1" sz="1600">
                <a:solidFill>
                  <a:srgbClr val="FFFFFF"/>
                </a:solidFill>
                <a:latin typeface="Livvic"/>
              </a:rPr>
              <a:t>LO QUE NOS LLEVAMOS</a:t>
            </a:r>
          </a:p>
        </p:txBody>
      </p:sp>
      <p:sp>
        <p:nvSpPr>
          <p:cNvPr id="8" name="TextBox 7"/>
          <p:cNvSpPr txBox="1"/>
          <p:nvPr/>
        </p:nvSpPr>
        <p:spPr>
          <a:xfrm>
            <a:off x="4389120" y="1097280"/>
            <a:ext cx="3291840" cy="2286000"/>
          </a:xfrm>
          <a:prstGeom prst="rect">
            <a:avLst/>
          </a:prstGeom>
          <a:noFill/>
        </p:spPr>
        <p:txBody>
          <a:bodyPr wrap="square" anchor="t" lIns="0" rIns="0" tIns="0" bIns="0">
            <a:spAutoFit/>
          </a:bodyPr>
          <a:lstStyle/>
          <a:p>
            <a:pPr algn="l">
              <a:spcAft>
                <a:spcPts val="800"/>
              </a:spcAft>
            </a:pPr>
            <a:r>
              <a:rPr b="1" sz="1400">
                <a:solidFill>
                  <a:srgbClr val="FFFFFF"/>
                </a:solidFill>
                <a:latin typeface="Catamaran"/>
              </a:rPr>
              <a:t>Tres modelos </a:t>
            </a:r>
            <a:r>
              <a:rPr b="0" sz="1400">
                <a:solidFill>
                  <a:srgbClr val="FFFFFF"/>
                </a:solidFill>
                <a:latin typeface="Catamaran"/>
              </a:rPr>
              <a:t>validados contra reglas simples.</a:t>
            </a:r>
          </a:p>
          <a:p>
            <a:pPr algn="l">
              <a:spcAft>
                <a:spcPts val="800"/>
              </a:spcAft>
            </a:pPr>
            <a:r>
              <a:rPr b="1" sz="1400">
                <a:solidFill>
                  <a:srgbClr val="FFFFFF"/>
                </a:solidFill>
                <a:latin typeface="Catamaran"/>
              </a:rPr>
              <a:t>97 % del techo </a:t>
            </a:r>
            <a:r>
              <a:rPr b="0" sz="1400">
                <a:solidFill>
                  <a:srgbClr val="FFFFFF"/>
                </a:solidFill>
                <a:latin typeface="Catamaran"/>
              </a:rPr>
              <a:t>que permite el azar.</a:t>
            </a:r>
          </a:p>
          <a:p>
            <a:pPr algn="l">
              <a:spcAft>
                <a:spcPts val="800"/>
              </a:spcAft>
            </a:pPr>
            <a:r>
              <a:rPr b="1" sz="1400">
                <a:solidFill>
                  <a:srgbClr val="FFFFFF"/>
                </a:solidFill>
                <a:latin typeface="Catamaran"/>
              </a:rPr>
              <a:t>Mostrar los fallos </a:t>
            </a:r>
            <a:r>
              <a:rPr b="0" sz="1400">
                <a:solidFill>
                  <a:srgbClr val="FFFFFF"/>
                </a:solidFill>
                <a:latin typeface="Catamaran"/>
              </a:rPr>
              <a:t>da confianza en el resto.</a:t>
            </a:r>
          </a:p>
        </p:txBody>
      </p:sp>
      <p:sp>
        <p:nvSpPr>
          <p:cNvPr id="9" name="TextBox 8"/>
          <p:cNvSpPr txBox="1"/>
          <p:nvPr/>
        </p:nvSpPr>
        <p:spPr>
          <a:xfrm>
            <a:off x="411480" y="3291840"/>
            <a:ext cx="7406640" cy="1280160"/>
          </a:xfrm>
          <a:prstGeom prst="rect">
            <a:avLst/>
          </a:prstGeom>
          <a:noFill/>
        </p:spPr>
        <p:txBody>
          <a:bodyPr wrap="square" anchor="ctr" lIns="0" rIns="0" tIns="0" bIns="0">
            <a:spAutoFit/>
          </a:bodyPr>
          <a:lstStyle/>
          <a:p>
            <a:pPr algn="l">
              <a:spcAft>
                <a:spcPts val="600"/>
              </a:spcAft>
            </a:pPr>
            <a:r>
              <a:rPr b="1" sz="2600">
                <a:solidFill>
                  <a:srgbClr val="434343"/>
                </a:solidFill>
                <a:latin typeface="Livvic"/>
              </a:rPr>
              <a:t>Lo que más pesó no fue el algoritmo: fueron los datos.</a:t>
            </a:r>
          </a:p>
        </p:txBody>
      </p:sp>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ngineering Project Proposal by Slidesgo">
  <a:themeElements>
    <a:clrScheme name="Simple Light">
      <a:dk1>
        <a:srgbClr val="434343"/>
      </a:dk1>
      <a:lt1>
        <a:srgbClr val="FFFFFF"/>
      </a:lt1>
      <a:dk2>
        <a:srgbClr val="595959"/>
      </a:dk2>
      <a:lt2>
        <a:srgbClr val="EEEEEE"/>
      </a:lt2>
      <a:accent1>
        <a:srgbClr val="908269"/>
      </a:accent1>
      <a:accent2>
        <a:srgbClr val="212121"/>
      </a:accent2>
      <a:accent3>
        <a:srgbClr val="CFC3AC"/>
      </a:accent3>
      <a:accent4>
        <a:srgbClr val="976E26"/>
      </a:accent4>
      <a:accent5>
        <a:srgbClr val="927D59"/>
      </a:accent5>
      <a:accent6>
        <a:srgbClr val="584F3E"/>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Centinelas de Santander · Sustentación</dc:title>
  <cp:lastModifiedBy>python-pptx</cp:lastModifiedBy>
  <cp:revision>1</cp:revision>
  <dcterms:modified xsi:type="dcterms:W3CDTF">2026-10-13T17:05:16Z</dcterms:modified>
  <dc:creator>Centinelas de Santander</dc:creator>
</cp:coreProperties>
</file>