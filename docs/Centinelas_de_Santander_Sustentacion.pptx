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6.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6.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Lst>
  <p:notesMasterIdLst>
    <p:notesMasterId r:id="rId7"/>
  </p:notesMasterIdLst>
  <p:sldIdLst>
    <p:sldId id="256" r:id="rId8"/>
    <p:sldId id="310" r:id="rId98"/>
    <p:sldId id="311" r:id="rId99"/>
    <p:sldId id="312" r:id="rId100"/>
    <p:sldId id="313" r:id="rId101"/>
    <p:sldId id="314" r:id="rId102"/>
    <p:sldId id="315" r:id="rId103"/>
    <p:sldId id="316" r:id="rId104"/>
    <p:sldId id="317" r:id="rId105"/>
    <p:sldId id="318" r:id="rId106"/>
    <p:sldId id="319" r:id="rId107"/>
    <p:sldId id="320" r:id="rId108"/>
    <p:sldId id="321" r:id="rId109"/>
    <p:sldId id="322" r:id="rId110"/>
    <p:sldId id="281" r:id="rId33"/>
  </p:sldIdLst>
  <p:sldSz cy="5143500" cx="9144000"/>
  <p:notesSz cx="6858000" cy="9144000"/>
  <p:embeddedFontLst>
    <p:embeddedFont>
      <p:font typeface="Catamaran"/>
      <p:regular r:id="rId62"/>
      <p:bold r:id="rId63"/>
    </p:embeddedFont>
    <p:embeddedFont>
      <p:font typeface="Roboto"/>
      <p:regular r:id="rId64"/>
      <p:bold r:id="rId65"/>
      <p:italic r:id="rId66"/>
      <p:boldItalic r:id="rId67"/>
    </p:embeddedFont>
    <p:embeddedFont>
      <p:font typeface="Livvic Light"/>
      <p:regular r:id="rId68"/>
      <p:bold r:id="rId69"/>
      <p:italic r:id="rId70"/>
      <p:boldItalic r:id="rId71"/>
    </p:embeddedFont>
    <p:embeddedFont>
      <p:font typeface="Montserrat"/>
      <p:regular r:id="rId72"/>
      <p:bold r:id="rId73"/>
      <p:italic r:id="rId74"/>
      <p:boldItalic r:id="rId75"/>
    </p:embeddedFont>
    <p:embeddedFont>
      <p:font typeface="Inter"/>
      <p:regular r:id="rId76"/>
      <p:bold r:id="rId77"/>
      <p:italic r:id="rId78"/>
      <p:boldItalic r:id="rId79"/>
    </p:embeddedFont>
    <p:embeddedFont>
      <p:font typeface="Fira Sans Extra Condensed Medium"/>
      <p:regular r:id="rId80"/>
      <p:bold r:id="rId81"/>
      <p:italic r:id="rId82"/>
      <p:boldItalic r:id="rId83"/>
    </p:embeddedFont>
    <p:embeddedFont>
      <p:font typeface="Livvic"/>
      <p:regular r:id="rId84"/>
      <p:bold r:id="rId85"/>
      <p:italic r:id="rId86"/>
      <p:boldItalic r:id="rId87"/>
    </p:embeddedFont>
    <p:embeddedFont>
      <p:font typeface="Catamaran Light"/>
      <p:regular r:id="rId88"/>
      <p:bold r:id="rId89"/>
    </p:embeddedFont>
    <p:embeddedFont>
      <p:font typeface="Catamaran Medium"/>
      <p:regular r:id="rId90"/>
      <p:bold r:id="rId91"/>
    </p:embeddedFont>
    <p:embeddedFont>
      <p:font typeface="Fira Sans Extra Condensed"/>
      <p:regular r:id="rId92"/>
      <p:bold r:id="rId93"/>
      <p:italic r:id="rId94"/>
      <p:boldItalic r:id="rId95"/>
    </p:embeddedFont>
    <p:embeddedFont>
      <p:font typeface="Catamaran ExtraLight"/>
      <p:regular r:id="rId96"/>
      <p:bold r:id="rId9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06">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77C1A47-6D99-43D5-B578-D025A96ED837}">
  <a:tblStyle styleId="{677C1A47-6D99-43D5-B578-D025A96ED83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06"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3" Type="http://schemas.openxmlformats.org/officeDocument/2006/relationships/slide" Target="slides/slide26.xml"/><Relationship Id="rId62" Type="http://schemas.openxmlformats.org/officeDocument/2006/relationships/font" Target="fonts/Catamaran-regular.fntdata"/><Relationship Id="rId63" Type="http://schemas.openxmlformats.org/officeDocument/2006/relationships/font" Target="fonts/Catamaran-bold.fntdata"/><Relationship Id="rId64" Type="http://schemas.openxmlformats.org/officeDocument/2006/relationships/font" Target="fonts/Roboto-regular.fntdata"/><Relationship Id="rId65" Type="http://schemas.openxmlformats.org/officeDocument/2006/relationships/font" Target="fonts/Roboto-bold.fntdata"/><Relationship Id="rId66" Type="http://schemas.openxmlformats.org/officeDocument/2006/relationships/font" Target="fonts/Roboto-italic.fntdata"/><Relationship Id="rId67" Type="http://schemas.openxmlformats.org/officeDocument/2006/relationships/font" Target="fonts/Roboto-boldItalic.fntdata"/><Relationship Id="rId68" Type="http://schemas.openxmlformats.org/officeDocument/2006/relationships/font" Target="fonts/LivvicLight-regular.fntdata"/><Relationship Id="rId69" Type="http://schemas.openxmlformats.org/officeDocument/2006/relationships/font" Target="fonts/LivvicLight-bold.fntdata"/><Relationship Id="rId70" Type="http://schemas.openxmlformats.org/officeDocument/2006/relationships/font" Target="fonts/LivvicLight-italic.fntdata"/><Relationship Id="rId71" Type="http://schemas.openxmlformats.org/officeDocument/2006/relationships/font" Target="fonts/LivvicLight-boldItalic.fntdata"/><Relationship Id="rId72" Type="http://schemas.openxmlformats.org/officeDocument/2006/relationships/font" Target="fonts/Montserrat-regular.fntdata"/><Relationship Id="rId73" Type="http://schemas.openxmlformats.org/officeDocument/2006/relationships/font" Target="fonts/Montserrat-bold.fntdata"/><Relationship Id="rId74" Type="http://schemas.openxmlformats.org/officeDocument/2006/relationships/font" Target="fonts/Montserrat-italic.fntdata"/><Relationship Id="rId75" Type="http://schemas.openxmlformats.org/officeDocument/2006/relationships/font" Target="fonts/Montserrat-boldItalic.fntdata"/><Relationship Id="rId76" Type="http://schemas.openxmlformats.org/officeDocument/2006/relationships/font" Target="fonts/Inter-regular.fntdata"/><Relationship Id="rId77" Type="http://schemas.openxmlformats.org/officeDocument/2006/relationships/font" Target="fonts/Inter-bold.fntdata"/><Relationship Id="rId78" Type="http://schemas.openxmlformats.org/officeDocument/2006/relationships/font" Target="fonts/Inter-italic.fntdata"/><Relationship Id="rId79" Type="http://schemas.openxmlformats.org/officeDocument/2006/relationships/font" Target="fonts/Inter-boldItalic.fntdata"/><Relationship Id="rId80" Type="http://schemas.openxmlformats.org/officeDocument/2006/relationships/font" Target="fonts/FiraSansExtraCondensedMedium-regular.fntdata"/><Relationship Id="rId81" Type="http://schemas.openxmlformats.org/officeDocument/2006/relationships/font" Target="fonts/FiraSansExtraCondensedMedium-bold.fntdata"/><Relationship Id="rId82" Type="http://schemas.openxmlformats.org/officeDocument/2006/relationships/font" Target="fonts/FiraSansExtraCondensedMedium-italic.fntdata"/><Relationship Id="rId83" Type="http://schemas.openxmlformats.org/officeDocument/2006/relationships/font" Target="fonts/FiraSansExtraCondensedMedium-boldItalic.fntdata"/><Relationship Id="rId84" Type="http://schemas.openxmlformats.org/officeDocument/2006/relationships/font" Target="fonts/Livvic-regular.fntdata"/><Relationship Id="rId85" Type="http://schemas.openxmlformats.org/officeDocument/2006/relationships/font" Target="fonts/Livvic-bold.fntdata"/><Relationship Id="rId86" Type="http://schemas.openxmlformats.org/officeDocument/2006/relationships/font" Target="fonts/Livvic-italic.fntdata"/><Relationship Id="rId87" Type="http://schemas.openxmlformats.org/officeDocument/2006/relationships/font" Target="fonts/Livvic-boldItalic.fntdata"/><Relationship Id="rId88" Type="http://schemas.openxmlformats.org/officeDocument/2006/relationships/font" Target="fonts/CatamaranLight-regular.fntdata"/><Relationship Id="rId89" Type="http://schemas.openxmlformats.org/officeDocument/2006/relationships/font" Target="fonts/CatamaranLight-bold.fntdata"/><Relationship Id="rId90" Type="http://schemas.openxmlformats.org/officeDocument/2006/relationships/font" Target="fonts/CatamaranMedium-regular.fntdata"/><Relationship Id="rId91" Type="http://schemas.openxmlformats.org/officeDocument/2006/relationships/font" Target="fonts/CatamaranMedium-bold.fntdata"/><Relationship Id="rId92" Type="http://schemas.openxmlformats.org/officeDocument/2006/relationships/font" Target="fonts/FiraSansExtraCondensed-regular.fntdata"/><Relationship Id="rId93" Type="http://schemas.openxmlformats.org/officeDocument/2006/relationships/font" Target="fonts/FiraSansExtraCondensed-bold.fntdata"/><Relationship Id="rId94" Type="http://schemas.openxmlformats.org/officeDocument/2006/relationships/font" Target="fonts/FiraSansExtraCondensed-italic.fntdata"/><Relationship Id="rId95" Type="http://schemas.openxmlformats.org/officeDocument/2006/relationships/font" Target="fonts/FiraSansExtraCondensed-boldItalic.fntdata"/><Relationship Id="rId96" Type="http://schemas.openxmlformats.org/officeDocument/2006/relationships/font" Target="fonts/CatamaranExtraLight-regular.fntdata"/><Relationship Id="rId97" Type="http://schemas.openxmlformats.org/officeDocument/2006/relationships/font" Target="fonts/CatamaranExtraLight-bold.fntdata"/><Relationship Id="rId98" Type="http://schemas.openxmlformats.org/officeDocument/2006/relationships/slide" Target="slides/slide55.xml"/><Relationship Id="rId99" Type="http://schemas.openxmlformats.org/officeDocument/2006/relationships/slide" Target="slides/slide56.xml"/><Relationship Id="rId100" Type="http://schemas.openxmlformats.org/officeDocument/2006/relationships/slide" Target="slides/slide57.xml"/><Relationship Id="rId101" Type="http://schemas.openxmlformats.org/officeDocument/2006/relationships/slide" Target="slides/slide58.xml"/><Relationship Id="rId102" Type="http://schemas.openxmlformats.org/officeDocument/2006/relationships/slide" Target="slides/slide59.xml"/><Relationship Id="rId103" Type="http://schemas.openxmlformats.org/officeDocument/2006/relationships/slide" Target="slides/slide60.xml"/><Relationship Id="rId104" Type="http://schemas.openxmlformats.org/officeDocument/2006/relationships/slide" Target="slides/slide61.xml"/><Relationship Id="rId105" Type="http://schemas.openxmlformats.org/officeDocument/2006/relationships/slide" Target="slides/slide62.xml"/><Relationship Id="rId106" Type="http://schemas.openxmlformats.org/officeDocument/2006/relationships/slide" Target="slides/slide63.xml"/><Relationship Id="rId107" Type="http://schemas.openxmlformats.org/officeDocument/2006/relationships/slide" Target="slides/slide64.xml"/><Relationship Id="rId108" Type="http://schemas.openxmlformats.org/officeDocument/2006/relationships/slide" Target="slides/slide65.xml"/><Relationship Id="rId109" Type="http://schemas.openxmlformats.org/officeDocument/2006/relationships/slide" Target="slides/slide66.xml"/><Relationship Id="rId110" Type="http://schemas.openxmlformats.org/officeDocument/2006/relationships/slide" Target="slides/slide6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2010-2017</c:v>
                </c:pt>
              </c:strCache>
            </c:strRef>
          </c:tx>
          <c:spPr>
            <a:solidFill>
              <a:srgbClr val="B6AD9A"/>
            </a:solidFill>
          </c:spPr>
          <c:dLbls>
            <c:dLbl>
              <c:idx val="0"/>
              <c:tx>
                <c:rich>
                  <a:bodyPr/>
                  <a:lstStyle/>
                  <a:p>
                    <a:r>
                      <a:rPr sz="1000">
                        <a:solidFill>
                          <a:srgbClr val="434343"/>
                        </a:solidFill>
                      </a:rPr>
                      <a:t>8.026</a:t>
                    </a:r>
                  </a:p>
                </c:rich>
              </c:tx>
              <c:dLblPos val="outEnd"/>
              <c:showLegendKey val="0"/>
              <c:showVal val="1"/>
              <c:showCatName val="0"/>
              <c:showSerName val="0"/>
              <c:showPercent val="0"/>
              <c:showBubbleSize val="0"/>
            </c:dLbl>
            <c:dLbl>
              <c:idx val="1"/>
              <c:tx>
                <c:rich>
                  <a:bodyPr/>
                  <a:lstStyle/>
                  <a:p>
                    <a:r>
                      <a:rPr sz="1000">
                        <a:solidFill>
                          <a:srgbClr val="434343"/>
                        </a:solidFill>
                      </a:rPr>
                      <a:t>2.451</a:t>
                    </a:r>
                  </a:p>
                </c:rich>
              </c:tx>
              <c:dLblPos val="outEnd"/>
              <c:showLegendKey val="0"/>
              <c:showVal val="1"/>
              <c:showCatName val="0"/>
              <c:showSerName val="0"/>
              <c:showPercent val="0"/>
              <c:showBubbleSize val="0"/>
            </c:dLbl>
            <c:dLbl>
              <c:idx val="2"/>
              <c:tx>
                <c:rich>
                  <a:bodyPr/>
                  <a:lstStyle/>
                  <a:p>
                    <a:r>
                      <a:rPr sz="1000">
                        <a:solidFill>
                          <a:srgbClr val="434343"/>
                        </a:solidFill>
                      </a:rPr>
                      <a:t>876</a:t>
                    </a:r>
                  </a:p>
                </c:rich>
              </c:tx>
              <c:dLblPos val="outEnd"/>
              <c:showLegendKey val="0"/>
              <c:showVal val="1"/>
              <c:showCatName val="0"/>
              <c:showSerName val="0"/>
              <c:showPercent val="0"/>
              <c:showBubbleSize val="0"/>
            </c:dLbl>
            <c:dLbl>
              <c:idx val="3"/>
              <c:tx>
                <c:rich>
                  <a:bodyPr/>
                  <a:lstStyle/>
                  <a:p>
                    <a:r>
                      <a:rPr sz="1000">
                        <a:solidFill>
                          <a:srgbClr val="434343"/>
                        </a:solidFill>
                      </a:rPr>
                      <a:t>377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Todos los sismos</c:v>
                </c:pt>
                <c:pt idx="1">
                  <c:v>Magnitud ≥ 2,0</c:v>
                </c:pt>
                <c:pt idx="2">
                  <c:v>Magnitud ≥ 2,5</c:v>
                </c:pt>
                <c:pt idx="3">
                  <c:v>Magnitud ≥ 3,0</c:v>
                </c:pt>
              </c:strCache>
            </c:strRef>
          </c:cat>
          <c:val>
            <c:numRef>
              <c:f>Sheet1!$B$2:$B$5</c:f>
              <c:numCache>
                <c:formatCode>General</c:formatCode>
                <c:ptCount val="4"/>
                <c:pt idx="0">
                  <c:v>8026</c:v>
                </c:pt>
                <c:pt idx="1">
                  <c:v>2451</c:v>
                </c:pt>
                <c:pt idx="2">
                  <c:v>876</c:v>
                </c:pt>
                <c:pt idx="3">
                  <c:v>377</c:v>
                </c:pt>
              </c:numCache>
            </c:numRef>
          </c:val>
        </c:ser>
        <c:ser>
          <c:idx val="1"/>
          <c:order val="1"/>
          <c:tx>
            <c:strRef>
              <c:f>Sheet1!$C$1</c:f>
              <c:strCache>
                <c:ptCount val="1"/>
                <c:pt idx="0">
                  <c:v>2018-2025</c:v>
                </c:pt>
              </c:strCache>
            </c:strRef>
          </c:tx>
          <c:spPr>
            <a:solidFill>
              <a:srgbClr val="908269"/>
            </a:solidFill>
          </c:spPr>
          <c:dLbls>
            <c:dLbl>
              <c:idx val="0"/>
              <c:tx>
                <c:rich>
                  <a:bodyPr/>
                  <a:lstStyle/>
                  <a:p>
                    <a:r>
                      <a:rPr sz="1000">
                        <a:solidFill>
                          <a:srgbClr val="434343"/>
                        </a:solidFill>
                      </a:rPr>
                      <a:t>12.085</a:t>
                    </a:r>
                  </a:p>
                </c:rich>
              </c:tx>
              <c:dLblPos val="outEnd"/>
              <c:showLegendKey val="0"/>
              <c:showVal val="1"/>
              <c:showCatName val="0"/>
              <c:showSerName val="0"/>
              <c:showPercent val="0"/>
              <c:showBubbleSize val="0"/>
            </c:dLbl>
            <c:dLbl>
              <c:idx val="1"/>
              <c:tx>
                <c:rich>
                  <a:bodyPr/>
                  <a:lstStyle/>
                  <a:p>
                    <a:r>
                      <a:rPr sz="1000">
                        <a:solidFill>
                          <a:srgbClr val="434343"/>
                        </a:solidFill>
                      </a:rPr>
                      <a:t>3.766</a:t>
                    </a:r>
                  </a:p>
                </c:rich>
              </c:tx>
              <c:dLblPos val="outEnd"/>
              <c:showLegendKey val="0"/>
              <c:showVal val="1"/>
              <c:showCatName val="0"/>
              <c:showSerName val="0"/>
              <c:showPercent val="0"/>
              <c:showBubbleSize val="0"/>
            </c:dLbl>
            <c:dLbl>
              <c:idx val="2"/>
              <c:tx>
                <c:rich>
                  <a:bodyPr/>
                  <a:lstStyle/>
                  <a:p>
                    <a:r>
                      <a:rPr sz="1000">
                        <a:solidFill>
                          <a:srgbClr val="434343"/>
                        </a:solidFill>
                      </a:rPr>
                      <a:t>965</a:t>
                    </a:r>
                  </a:p>
                </c:rich>
              </c:tx>
              <c:dLblPos val="outEnd"/>
              <c:showLegendKey val="0"/>
              <c:showVal val="1"/>
              <c:showCatName val="0"/>
              <c:showSerName val="0"/>
              <c:showPercent val="0"/>
              <c:showBubbleSize val="0"/>
            </c:dLbl>
            <c:dLbl>
              <c:idx val="3"/>
              <c:tx>
                <c:rich>
                  <a:bodyPr/>
                  <a:lstStyle/>
                  <a:p>
                    <a:r>
                      <a:rPr sz="1000">
                        <a:solidFill>
                          <a:srgbClr val="434343"/>
                        </a:solidFill>
                      </a:rPr>
                      <a:t>295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Todos los sismos</c:v>
                </c:pt>
                <c:pt idx="1">
                  <c:v>Magnitud ≥ 2,0</c:v>
                </c:pt>
                <c:pt idx="2">
                  <c:v>Magnitud ≥ 2,5</c:v>
                </c:pt>
                <c:pt idx="3">
                  <c:v>Magnitud ≥ 3,0</c:v>
                </c:pt>
              </c:strCache>
            </c:strRef>
          </c:cat>
          <c:val>
            <c:numRef>
              <c:f>Sheet1!$C$2:$C$5</c:f>
              <c:numCache>
                <c:formatCode>General</c:formatCode>
                <c:ptCount val="4"/>
                <c:pt idx="0">
                  <c:v>12085</c:v>
                </c:pt>
                <c:pt idx="1">
                  <c:v>3766</c:v>
                </c:pt>
                <c:pt idx="2">
                  <c:v>965</c:v>
                </c:pt>
                <c:pt idx="3">
                  <c:v>295</c:v>
                </c:pt>
              </c:numCache>
            </c:numRef>
          </c:val>
        </c:ser>
        <c:gapWidth val="45"/>
        <c:overlap val="-5"/>
        <c:axId val="-2068027336"/>
        <c:axId val="-2113994440"/>
      </c:barChart>
      <c:catAx>
        <c:axId val="-2068027336"/>
        <c:scaling>
          <c:orientation val="maxMin"/>
        </c:scaling>
        <c:delete val="0"/>
        <c:axPos val="l"/>
        <c:majorTickMark val="out"/>
        <c:minorTickMark val="none"/>
        <c:tickLblPos val="nextTo"/>
        <c:spPr>
          <a:ln>
            <a:solidFill>
              <a:srgbClr val="B6AD9A"/>
            </a:solidFill>
          </a:ln>
        </c:spPr>
        <c:crossAx val="-2113994440"/>
        <c:crosses val="autoZero"/>
        <c:auto val="1"/>
        <c:lblAlgn val="ctr"/>
        <c:lblOffset val="100"/>
        <c:noMultiLvlLbl val="0"/>
      </c:catAx>
      <c:valAx>
        <c:axId val="-2113994440"/>
        <c:scaling>
          <c:max val="15500.0"/>
          <c:min val="0.0"/>
        </c:scaling>
        <c:delete/>
        <c:axPos val="b"/>
        <c:majorTickMark val="out"/>
        <c:minorTickMark val="none"/>
        <c:tickLblPos val="nextTo"/>
        <c:crossAx val="-2068027336"/>
        <c:crosses val="autoZero"/>
      </c:valAx>
    </c:plotArea>
    <c:legend>
      <c:legendPos val="b"/>
      <c:overlay val="0"/>
    </c:legend>
    <c:dispBlanksAs val="gap"/>
  </c:chart>
  <c:txPr>
    <a:bodyPr/>
    <a:lstStyle/>
    <a:p>
      <a:pPr>
        <a:defRPr sz="1000">
          <a:solidFill>
            <a:srgbClr val="434343"/>
          </a:solidFill>
          <a:latin typeface="Catamar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Sismos en las 30 celdas</c:v>
                </c:pt>
              </c:strCache>
            </c:strRef>
          </c:tx>
          <c:spPr>
            <a:solidFill>
              <a:srgbClr val="908269"/>
            </a:solidFill>
          </c:spPr>
          <c:dLbls>
            <c:dLbl>
              <c:idx val="0"/>
              <c:tx>
                <c:rich>
                  <a:bodyPr/>
                  <a:lstStyle/>
                  <a:p>
                    <a:r>
                      <a:rPr sz="1000">
                        <a:solidFill>
                          <a:srgbClr val="434343"/>
                        </a:solidFill>
                      </a:rPr>
                      <a:t>11.964</a:t>
                    </a:r>
                  </a:p>
                </c:rich>
              </c:tx>
              <c:dLblPos val="outEnd"/>
              <c:showLegendKey val="0"/>
              <c:showVal val="1"/>
              <c:showCatName val="0"/>
              <c:showSerName val="0"/>
              <c:showPercent val="0"/>
              <c:showBubbleSize val="0"/>
            </c:dLbl>
            <c:dLbl>
              <c:idx val="1"/>
              <c:tx>
                <c:rich>
                  <a:bodyPr/>
                  <a:lstStyle/>
                  <a:p>
                    <a:r>
                      <a:rPr sz="1000">
                        <a:solidFill>
                          <a:srgbClr val="434343"/>
                        </a:solidFill>
                      </a:rPr>
                      <a:t>1.407</a:t>
                    </a:r>
                  </a:p>
                </c:rich>
              </c:tx>
              <c:dLblPos val="outEnd"/>
              <c:showLegendKey val="0"/>
              <c:showVal val="1"/>
              <c:showCatName val="0"/>
              <c:showSerName val="0"/>
              <c:showPercent val="0"/>
              <c:showBubbleSize val="0"/>
            </c:dLbl>
            <c:dLbl>
              <c:idx val="2"/>
              <c:tx>
                <c:rich>
                  <a:bodyPr/>
                  <a:lstStyle/>
                  <a:p>
                    <a:r>
                      <a:rPr sz="1000">
                        <a:solidFill>
                          <a:srgbClr val="434343"/>
                        </a:solidFill>
                      </a:rPr>
                      <a:t>135</a:t>
                    </a:r>
                  </a:p>
                </c:rich>
              </c:tx>
              <c:dLblPos val="outEnd"/>
              <c:showLegendKey val="0"/>
              <c:showVal val="1"/>
              <c:showCatName val="0"/>
              <c:showSerName val="0"/>
              <c:showPercent val="0"/>
              <c:showBubbleSize val="0"/>
            </c:dLbl>
            <c:dLbl>
              <c:idx val="3"/>
              <c:tx>
                <c:rich>
                  <a:bodyPr/>
                  <a:lstStyle/>
                  <a:p>
                    <a:r>
                      <a:rPr sz="1000">
                        <a:solidFill>
                          <a:srgbClr val="434343"/>
                        </a:solidFill>
                      </a:rPr>
                      <a:t>130</a:t>
                    </a:r>
                  </a:p>
                </c:rich>
              </c:tx>
              <c:dLblPos val="outEnd"/>
              <c:showLegendKey val="0"/>
              <c:showVal val="1"/>
              <c:showCatName val="0"/>
              <c:showSerName val="0"/>
              <c:showPercent val="0"/>
              <c:showBubbleSize val="0"/>
            </c:dLbl>
            <c:dLbl>
              <c:idx val="4"/>
              <c:tx>
                <c:rich>
                  <a:bodyPr/>
                  <a:lstStyle/>
                  <a:p>
                    <a:r>
                      <a:rPr sz="1000">
                        <a:solidFill>
                          <a:srgbClr val="434343"/>
                        </a:solidFill>
                      </a:rPr>
                      <a:t>22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Los Santos</c:v>
                </c:pt>
                <c:pt idx="1">
                  <c:v>Zapatoca</c:v>
                </c:pt>
                <c:pt idx="2">
                  <c:v>Cepitá</c:v>
                </c:pt>
                <c:pt idx="3">
                  <c:v>Villanueva</c:v>
                </c:pt>
                <c:pt idx="4">
                  <c:v>Jordán Sube</c:v>
                </c:pt>
              </c:strCache>
            </c:strRef>
          </c:cat>
          <c:val>
            <c:numRef>
              <c:f>Sheet1!$B$2:$B$6</c:f>
              <c:numCache>
                <c:formatCode>General</c:formatCode>
                <c:ptCount val="5"/>
                <c:pt idx="0">
                  <c:v>11964</c:v>
                </c:pt>
                <c:pt idx="1">
                  <c:v>1407</c:v>
                </c:pt>
                <c:pt idx="2">
                  <c:v>135</c:v>
                </c:pt>
                <c:pt idx="3">
                  <c:v>130</c:v>
                </c:pt>
                <c:pt idx="4">
                  <c:v>22</c:v>
                </c:pt>
              </c:numCache>
            </c:numRef>
          </c:val>
        </c:ser>
        <c:gapWidth val="45"/>
        <c:overlap val="-5"/>
        <c:axId val="-2068027336"/>
        <c:axId val="-2113994440"/>
      </c:barChart>
      <c:catAx>
        <c:axId val="-2068027336"/>
        <c:scaling>
          <c:orientation val="maxMin"/>
        </c:scaling>
        <c:delete val="0"/>
        <c:axPos val="l"/>
        <c:majorTickMark val="out"/>
        <c:minorTickMark val="none"/>
        <c:tickLblPos val="nextTo"/>
        <c:spPr>
          <a:ln>
            <a:solidFill>
              <a:srgbClr val="B6AD9A"/>
            </a:solidFill>
          </a:ln>
        </c:spPr>
        <c:crossAx val="-2113994440"/>
        <c:crosses val="autoZero"/>
        <c:auto val="1"/>
        <c:lblAlgn val="ctr"/>
        <c:lblOffset val="100"/>
        <c:noMultiLvlLbl val="0"/>
      </c:catAx>
      <c:valAx>
        <c:axId val="-2113994440"/>
        <c:scaling>
          <c:max val="15500.0"/>
          <c:min val="0.0"/>
        </c:scaling>
        <c:delete/>
        <c:axPos val="b"/>
        <c:majorTickMark val="out"/>
        <c:minorTickMark val="none"/>
        <c:tickLblPos val="nextTo"/>
        <c:crossAx val="-2068027336"/>
        <c:crosses val="autoZero"/>
      </c:valAx>
    </c:plotArea>
    <c:dispBlanksAs val="gap"/>
  </c:chart>
  <c:txPr>
    <a:bodyPr/>
    <a:lstStyle/>
    <a:p>
      <a:pPr>
        <a:defRPr sz="1000">
          <a:solidFill>
            <a:srgbClr val="434343"/>
          </a:solidFill>
          <a:latin typeface="Catamar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Exactitud</c:v>
                </c:pt>
              </c:strCache>
            </c:strRef>
          </c:tx>
          <c:spPr>
            <a:solidFill>
              <a:srgbClr val="908269"/>
            </a:solidFill>
          </c:spPr>
          <c:dLbls>
            <c:dLbl>
              <c:idx val="0"/>
              <c:tx>
                <c:rich>
                  <a:bodyPr/>
                  <a:lstStyle/>
                  <a:p>
                    <a:r>
                      <a:rPr sz="1000">
                        <a:solidFill>
                          <a:srgbClr val="434343"/>
                        </a:solidFill>
                      </a:rPr>
                      <a:t>61,4 %</a:t>
                    </a:r>
                  </a:p>
                </c:rich>
              </c:tx>
              <c:dLblPos val="outEnd"/>
              <c:showLegendKey val="0"/>
              <c:showVal val="1"/>
              <c:showCatName val="0"/>
              <c:showSerName val="0"/>
              <c:showPercent val="0"/>
              <c:showBubbleSize val="0"/>
            </c:dLbl>
            <c:dLbl>
              <c:idx val="1"/>
              <c:tx>
                <c:rich>
                  <a:bodyPr/>
                  <a:lstStyle/>
                  <a:p>
                    <a:r>
                      <a:rPr sz="1000">
                        <a:solidFill>
                          <a:srgbClr val="434343"/>
                        </a:solidFill>
                      </a:rPr>
                      <a:t>80,2 %</a:t>
                    </a:r>
                  </a:p>
                </c:rich>
              </c:tx>
              <c:dLblPos val="outEnd"/>
              <c:showLegendKey val="0"/>
              <c:showVal val="1"/>
              <c:showCatName val="0"/>
              <c:showSerName val="0"/>
              <c:showPercent val="0"/>
              <c:showBubbleSize val="0"/>
            </c:dLbl>
            <c:dLbl>
              <c:idx val="2"/>
              <c:tx>
                <c:rich>
                  <a:bodyPr/>
                  <a:lstStyle/>
                  <a:p>
                    <a:r>
                      <a:rPr sz="1000">
                        <a:solidFill>
                          <a:srgbClr val="434343"/>
                        </a:solidFill>
                      </a:rPr>
                      <a:t>70,9 %</a:t>
                    </a:r>
                  </a:p>
                </c:rich>
              </c:tx>
              <c:dLblPos val="outEnd"/>
              <c:showLegendKey val="0"/>
              <c:showVal val="1"/>
              <c:showCatName val="0"/>
              <c:showSerName val="0"/>
              <c:showPercent val="0"/>
              <c:showBubbleSize val="0"/>
            </c:dLbl>
            <c:dLbl>
              <c:idx val="3"/>
              <c:tx>
                <c:rich>
                  <a:bodyPr/>
                  <a:lstStyle/>
                  <a:p>
                    <a:r>
                      <a:rPr sz="1000">
                        <a:solidFill>
                          <a:srgbClr val="434343"/>
                        </a:solidFill>
                      </a:rPr>
                      <a:t>76,3 %</a:t>
                    </a:r>
                  </a:p>
                </c:rich>
              </c:tx>
              <c:dLblPos val="outEnd"/>
              <c:showLegendKey val="0"/>
              <c:showVal val="1"/>
              <c:showCatName val="0"/>
              <c:showSerName val="0"/>
              <c:showPercent val="0"/>
              <c:showBubbleSize val="0"/>
            </c:dLbl>
            <c:dLbl>
              <c:idx val="4"/>
              <c:tx>
                <c:rich>
                  <a:bodyPr/>
                  <a:lstStyle/>
                  <a:p>
                    <a:r>
                      <a:rPr sz="1000">
                        <a:solidFill>
                          <a:srgbClr val="434343"/>
                        </a:solidFill>
                      </a:rPr>
                      <a:t>80,7 %</a:t>
                    </a:r>
                  </a:p>
                </c:rich>
              </c:tx>
              <c:dLblPos val="outEnd"/>
              <c:showLegendKey val="0"/>
              <c:showVal val="1"/>
              <c:showCatName val="0"/>
              <c:showSerName val="0"/>
              <c:showPercent val="0"/>
              <c:showBubbleSize val="0"/>
            </c:dLbl>
            <c:dLbl>
              <c:idx val="5"/>
              <c:tx>
                <c:rich>
                  <a:bodyPr/>
                  <a:lstStyle/>
                  <a:p>
                    <a:r>
                      <a:rPr sz="1000">
                        <a:solidFill>
                          <a:srgbClr val="434343"/>
                        </a:solidFill>
                      </a:rPr>
                      <a:t>82,8 %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Siempre «Bajo»</c:v>
                </c:pt>
                <c:pt idx="1">
                  <c:v>Igual al trimestre anterior</c:v>
                </c:pt>
                <c:pt idx="2">
                  <c:v>Promedio del último año</c:v>
                </c:pt>
                <c:pt idx="3">
                  <c:v>Regresión Logística</c:v>
                </c:pt>
                <c:pt idx="4">
                  <c:v>Random Forest (elegido)</c:v>
                </c:pt>
                <c:pt idx="5">
                  <c:v>Techo (oráculo)</c:v>
                </c:pt>
              </c:strCache>
            </c:strRef>
          </c:cat>
          <c:val>
            <c:numRef>
              <c:f>Sheet1!$B$2:$B$7</c:f>
              <c:numCache>
                <c:formatCode>General</c:formatCode>
                <c:ptCount val="6"/>
                <c:pt idx="0">
                  <c:v>61.4</c:v>
                </c:pt>
                <c:pt idx="1">
                  <c:v>80.2</c:v>
                </c:pt>
                <c:pt idx="2">
                  <c:v>70.9</c:v>
                </c:pt>
                <c:pt idx="3">
                  <c:v>76.3</c:v>
                </c:pt>
                <c:pt idx="4">
                  <c:v>80.7</c:v>
                </c:pt>
                <c:pt idx="5">
                  <c:v>82.8</c:v>
                </c:pt>
              </c:numCache>
            </c:numRef>
          </c:val>
        </c:ser>
        <c:ser>
          <c:idx val="1"/>
          <c:order val="1"/>
          <c:tx>
            <c:strRef>
              <c:f>Sheet1!$C$1</c:f>
              <c:strCache>
                <c:ptCount val="1"/>
                <c:pt idx="0">
                  <c:v>F1 macro</c:v>
                </c:pt>
              </c:strCache>
            </c:strRef>
          </c:tx>
          <c:spPr>
            <a:solidFill>
              <a:srgbClr val="434343"/>
            </a:solidFill>
          </c:spPr>
          <c:dLbls>
            <c:dLbl>
              <c:idx val="0"/>
              <c:tx>
                <c:rich>
                  <a:bodyPr/>
                  <a:lstStyle/>
                  <a:p>
                    <a:r>
                      <a:rPr sz="1000">
                        <a:solidFill>
                          <a:srgbClr val="434343"/>
                        </a:solidFill>
                      </a:rPr>
                      <a:t>25,4 %</a:t>
                    </a:r>
                  </a:p>
                </c:rich>
              </c:tx>
              <c:dLblPos val="outEnd"/>
              <c:showLegendKey val="0"/>
              <c:showVal val="1"/>
              <c:showCatName val="0"/>
              <c:showSerName val="0"/>
              <c:showPercent val="0"/>
              <c:showBubbleSize val="0"/>
            </c:dLbl>
            <c:dLbl>
              <c:idx val="1"/>
              <c:tx>
                <c:rich>
                  <a:bodyPr/>
                  <a:lstStyle/>
                  <a:p>
                    <a:r>
                      <a:rPr sz="1000">
                        <a:solidFill>
                          <a:srgbClr val="434343"/>
                        </a:solidFill>
                      </a:rPr>
                      <a:t>70,9 %</a:t>
                    </a:r>
                  </a:p>
                </c:rich>
              </c:tx>
              <c:dLblPos val="outEnd"/>
              <c:showLegendKey val="0"/>
              <c:showVal val="1"/>
              <c:showCatName val="0"/>
              <c:showSerName val="0"/>
              <c:showPercent val="0"/>
              <c:showBubbleSize val="0"/>
            </c:dLbl>
            <c:dLbl>
              <c:idx val="2"/>
              <c:tx>
                <c:rich>
                  <a:bodyPr/>
                  <a:lstStyle/>
                  <a:p>
                    <a:r>
                      <a:rPr sz="1000">
                        <a:solidFill>
                          <a:srgbClr val="434343"/>
                        </a:solidFill>
                      </a:rPr>
                      <a:t>66,5 %</a:t>
                    </a:r>
                  </a:p>
                </c:rich>
              </c:tx>
              <c:dLblPos val="outEnd"/>
              <c:showLegendKey val="0"/>
              <c:showVal val="1"/>
              <c:showCatName val="0"/>
              <c:showSerName val="0"/>
              <c:showPercent val="0"/>
              <c:showBubbleSize val="0"/>
            </c:dLbl>
            <c:dLbl>
              <c:idx val="3"/>
              <c:tx>
                <c:rich>
                  <a:bodyPr/>
                  <a:lstStyle/>
                  <a:p>
                    <a:r>
                      <a:rPr sz="1000">
                        <a:solidFill>
                          <a:srgbClr val="434343"/>
                        </a:solidFill>
                      </a:rPr>
                      <a:t>70,5 %</a:t>
                    </a:r>
                  </a:p>
                </c:rich>
              </c:tx>
              <c:dLblPos val="outEnd"/>
              <c:showLegendKey val="0"/>
              <c:showVal val="1"/>
              <c:showCatName val="0"/>
              <c:showSerName val="0"/>
              <c:showPercent val="0"/>
              <c:showBubbleSize val="0"/>
            </c:dLbl>
            <c:dLbl>
              <c:idx val="4"/>
              <c:tx>
                <c:rich>
                  <a:bodyPr/>
                  <a:lstStyle/>
                  <a:p>
                    <a:r>
                      <a:rPr sz="1000">
                        <a:solidFill>
                          <a:srgbClr val="434343"/>
                        </a:solidFill>
                      </a:rPr>
                      <a:t>71,9 %</a:t>
                    </a:r>
                  </a:p>
                </c:rich>
              </c:tx>
              <c:dLblPos val="outEnd"/>
              <c:showLegendKey val="0"/>
              <c:showVal val="1"/>
              <c:showCatName val="0"/>
              <c:showSerName val="0"/>
              <c:showPercent val="0"/>
              <c:showBubbleSize val="0"/>
            </c:dLbl>
            <c:dLbl>
              <c:idx val="5"/>
              <c:tx>
                <c:rich>
                  <a:bodyPr/>
                  <a:lstStyle/>
                  <a:p>
                    <a:r>
                      <a:rPr sz="1000">
                        <a:solidFill>
                          <a:srgbClr val="434343"/>
                        </a:solidFill>
                      </a:rPr>
                      <a:t>72,3 %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Siempre «Bajo»</c:v>
                </c:pt>
                <c:pt idx="1">
                  <c:v>Igual al trimestre anterior</c:v>
                </c:pt>
                <c:pt idx="2">
                  <c:v>Promedio del último año</c:v>
                </c:pt>
                <c:pt idx="3">
                  <c:v>Regresión Logística</c:v>
                </c:pt>
                <c:pt idx="4">
                  <c:v>Random Forest (elegido)</c:v>
                </c:pt>
                <c:pt idx="5">
                  <c:v>Techo (oráculo)</c:v>
                </c:pt>
              </c:strCache>
            </c:strRef>
          </c:cat>
          <c:val>
            <c:numRef>
              <c:f>Sheet1!$C$2:$C$7</c:f>
              <c:numCache>
                <c:formatCode>General</c:formatCode>
                <c:ptCount val="6"/>
                <c:pt idx="0">
                  <c:v>25.4</c:v>
                </c:pt>
                <c:pt idx="1">
                  <c:v>70.9</c:v>
                </c:pt>
                <c:pt idx="2">
                  <c:v>66.5</c:v>
                </c:pt>
                <c:pt idx="3">
                  <c:v>70.5</c:v>
                </c:pt>
                <c:pt idx="4">
                  <c:v>71.9</c:v>
                </c:pt>
                <c:pt idx="5">
                  <c:v>72.3</c:v>
                </c:pt>
              </c:numCache>
            </c:numRef>
          </c:val>
        </c:ser>
        <c:gapWidth val="45"/>
        <c:overlap val="-5"/>
        <c:axId val="-2068027336"/>
        <c:axId val="-2113994440"/>
      </c:barChart>
      <c:catAx>
        <c:axId val="-2068027336"/>
        <c:scaling>
          <c:orientation val="maxMin"/>
        </c:scaling>
        <c:delete val="0"/>
        <c:axPos val="l"/>
        <c:majorTickMark val="out"/>
        <c:minorTickMark val="none"/>
        <c:tickLblPos val="nextTo"/>
        <c:spPr>
          <a:ln>
            <a:solidFill>
              <a:srgbClr val="B6AD9A"/>
            </a:solidFill>
          </a:ln>
        </c:spPr>
        <c:crossAx val="-2113994440"/>
        <c:crosses val="autoZero"/>
        <c:auto val="1"/>
        <c:lblAlgn val="ctr"/>
        <c:lblOffset val="100"/>
        <c:noMultiLvlLbl val="0"/>
      </c:catAx>
      <c:valAx>
        <c:axId val="-2113994440"/>
        <c:scaling>
          <c:max val="118.0"/>
          <c:min val="0.0"/>
        </c:scaling>
        <c:delete/>
        <c:axPos val="b"/>
        <c:majorTickMark val="out"/>
        <c:minorTickMark val="none"/>
        <c:tickLblPos val="nextTo"/>
        <c:crossAx val="-2068027336"/>
        <c:crosses val="autoZero"/>
      </c:valAx>
    </c:plotArea>
    <c:legend>
      <c:legendPos val="b"/>
      <c:overlay val="0"/>
    </c:legend>
    <c:dispBlanksAs val="gap"/>
  </c:chart>
  <c:txPr>
    <a:bodyPr/>
    <a:lstStyle/>
    <a:p>
      <a:pPr>
        <a:defRPr sz="1000">
          <a:solidFill>
            <a:srgbClr val="434343"/>
          </a:solidFill>
          <a:latin typeface="Catamar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Exactitud</c:v>
                </c:pt>
              </c:strCache>
            </c:strRef>
          </c:tx>
          <c:spPr>
            <a:solidFill>
              <a:srgbClr val="908269"/>
            </a:solidFill>
          </c:spPr>
          <c:dLbls>
            <c:dLbl>
              <c:idx val="0"/>
              <c:tx>
                <c:rich>
                  <a:bodyPr/>
                  <a:lstStyle/>
                  <a:p>
                    <a:r>
                      <a:rPr sz="950">
                        <a:solidFill>
                          <a:srgbClr val="434343"/>
                        </a:solidFill>
                      </a:rPr>
                      <a:t>91,7 %</a:t>
                    </a:r>
                  </a:p>
                </c:rich>
              </c:tx>
              <c:dLblPos val="outEnd"/>
              <c:showLegendKey val="0"/>
              <c:showVal val="1"/>
              <c:showCatName val="0"/>
              <c:showSerName val="0"/>
              <c:showPercent val="0"/>
              <c:showBubbleSize val="0"/>
            </c:dLbl>
            <c:dLbl>
              <c:idx val="1"/>
              <c:tx>
                <c:rich>
                  <a:bodyPr/>
                  <a:lstStyle/>
                  <a:p>
                    <a:r>
                      <a:rPr sz="950">
                        <a:solidFill>
                          <a:srgbClr val="434343"/>
                        </a:solidFill>
                      </a:rPr>
                      <a:t>90,9 %</a:t>
                    </a:r>
                  </a:p>
                </c:rich>
              </c:tx>
              <c:dLblPos val="outEnd"/>
              <c:showLegendKey val="0"/>
              <c:showVal val="1"/>
              <c:showCatName val="0"/>
              <c:showSerName val="0"/>
              <c:showPercent val="0"/>
              <c:showBubbleSize val="0"/>
            </c:dLbl>
            <c:dLbl>
              <c:idx val="2"/>
              <c:tx>
                <c:rich>
                  <a:bodyPr/>
                  <a:lstStyle/>
                  <a:p>
                    <a:r>
                      <a:rPr sz="950">
                        <a:solidFill>
                          <a:srgbClr val="434343"/>
                        </a:solidFill>
                      </a:rPr>
                      <a:t>93,4 %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Siempre «Bajo»</c:v>
                </c:pt>
                <c:pt idx="1">
                  <c:v>Trimestre anterior</c:v>
                </c:pt>
                <c:pt idx="2">
                  <c:v>Random Forest</c:v>
                </c:pt>
              </c:strCache>
            </c:strRef>
          </c:cat>
          <c:val>
            <c:numRef>
              <c:f>Sheet1!$B$2:$B$4</c:f>
              <c:numCache>
                <c:formatCode>General</c:formatCode>
                <c:ptCount val="3"/>
                <c:pt idx="0">
                  <c:v>91.7</c:v>
                </c:pt>
                <c:pt idx="1">
                  <c:v>90.9</c:v>
                </c:pt>
                <c:pt idx="2">
                  <c:v>93.4</c:v>
                </c:pt>
              </c:numCache>
            </c:numRef>
          </c:val>
        </c:ser>
        <c:ser>
          <c:idx val="1"/>
          <c:order val="1"/>
          <c:tx>
            <c:strRef>
              <c:f>Sheet1!$C$1</c:f>
              <c:strCache>
                <c:ptCount val="1"/>
                <c:pt idx="0">
                  <c:v>F1 macro</c:v>
                </c:pt>
              </c:strCache>
            </c:strRef>
          </c:tx>
          <c:spPr>
            <a:solidFill>
              <a:srgbClr val="434343"/>
            </a:solidFill>
          </c:spPr>
          <c:dLbls>
            <c:dLbl>
              <c:idx val="0"/>
              <c:tx>
                <c:rich>
                  <a:bodyPr/>
                  <a:lstStyle/>
                  <a:p>
                    <a:r>
                      <a:rPr sz="950">
                        <a:solidFill>
                          <a:srgbClr val="434343"/>
                        </a:solidFill>
                      </a:rPr>
                      <a:t>31,9 %</a:t>
                    </a:r>
                  </a:p>
                </c:rich>
              </c:tx>
              <c:dLblPos val="outEnd"/>
              <c:showLegendKey val="0"/>
              <c:showVal val="1"/>
              <c:showCatName val="0"/>
              <c:showSerName val="0"/>
              <c:showPercent val="0"/>
              <c:showBubbleSize val="0"/>
            </c:dLbl>
            <c:dLbl>
              <c:idx val="1"/>
              <c:tx>
                <c:rich>
                  <a:bodyPr/>
                  <a:lstStyle/>
                  <a:p>
                    <a:r>
                      <a:rPr sz="950">
                        <a:solidFill>
                          <a:srgbClr val="434343"/>
                        </a:solidFill>
                      </a:rPr>
                      <a:t>70,0 %</a:t>
                    </a:r>
                  </a:p>
                </c:rich>
              </c:tx>
              <c:dLblPos val="outEnd"/>
              <c:showLegendKey val="0"/>
              <c:showVal val="1"/>
              <c:showCatName val="0"/>
              <c:showSerName val="0"/>
              <c:showPercent val="0"/>
              <c:showBubbleSize val="0"/>
            </c:dLbl>
            <c:dLbl>
              <c:idx val="2"/>
              <c:tx>
                <c:rich>
                  <a:bodyPr/>
                  <a:lstStyle/>
                  <a:p>
                    <a:r>
                      <a:rPr sz="950">
                        <a:solidFill>
                          <a:srgbClr val="434343"/>
                        </a:solidFill>
                      </a:rPr>
                      <a:t>74,3 %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Siempre «Bajo»</c:v>
                </c:pt>
                <c:pt idx="1">
                  <c:v>Trimestre anterior</c:v>
                </c:pt>
                <c:pt idx="2">
                  <c:v>Random Forest</c:v>
                </c:pt>
              </c:strCache>
            </c:strRef>
          </c:cat>
          <c:val>
            <c:numRef>
              <c:f>Sheet1!$C$2:$C$4</c:f>
              <c:numCache>
                <c:formatCode>General</c:formatCode>
                <c:ptCount val="3"/>
                <c:pt idx="0">
                  <c:v>31.9</c:v>
                </c:pt>
                <c:pt idx="1">
                  <c:v>70.0</c:v>
                </c:pt>
                <c:pt idx="2">
                  <c:v>74.3</c:v>
                </c:pt>
              </c:numCache>
            </c:numRef>
          </c:val>
        </c:ser>
        <c:gapWidth val="45"/>
        <c:overlap val="-5"/>
        <c:axId val="-2068027336"/>
        <c:axId val="-2113994440"/>
      </c:barChart>
      <c:catAx>
        <c:axId val="-2068027336"/>
        <c:scaling>
          <c:orientation val="maxMin"/>
        </c:scaling>
        <c:delete val="0"/>
        <c:axPos val="l"/>
        <c:majorTickMark val="out"/>
        <c:minorTickMark val="none"/>
        <c:tickLblPos val="nextTo"/>
        <c:spPr>
          <a:ln>
            <a:solidFill>
              <a:srgbClr val="B6AD9A"/>
            </a:solidFill>
          </a:ln>
        </c:spPr>
        <c:crossAx val="-2113994440"/>
        <c:crosses val="autoZero"/>
        <c:auto val="1"/>
        <c:lblAlgn val="ctr"/>
        <c:lblOffset val="100"/>
        <c:noMultiLvlLbl val="0"/>
      </c:catAx>
      <c:valAx>
        <c:axId val="-2113994440"/>
        <c:scaling>
          <c:max val="125.0"/>
          <c:min val="0.0"/>
        </c:scaling>
        <c:delete/>
        <c:axPos val="b"/>
        <c:majorTickMark val="out"/>
        <c:minorTickMark val="none"/>
        <c:tickLblPos val="nextTo"/>
        <c:crossAx val="-2068027336"/>
        <c:crosses val="autoZero"/>
      </c:valAx>
    </c:plotArea>
    <c:legend>
      <c:legendPos val="b"/>
      <c:overlay val="0"/>
    </c:legend>
    <c:dispBlanksAs val="gap"/>
  </c:chart>
  <c:txPr>
    <a:bodyPr/>
    <a:lstStyle/>
    <a:p>
      <a:pPr>
        <a:defRPr sz="950">
          <a:solidFill>
            <a:srgbClr val="434343"/>
          </a:solidFill>
          <a:latin typeface="Catamar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2a420aca26_0_2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2a420aca26_0_2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Buenos días. Somos Centinelas de Santander, categoría Básica. En 15 minutos les contamos cómo pasamos del catálogo de sismos del Servicio Geológico a una aplicación que dice qué zonas de Los Santos van a estar más activas, y qué pasaría si temblara fuerte. (30 segundos)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g32a420aca26_0_14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4" name="Google Shape;604;g32a420aca26_0_14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Gracias. Quedamos atentos a sus preguntas. Si quieren, mostramos la aplicación en vivo.</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Santos está encima del Nido de Bucaramanga: tiembla todos los días, casi siempre a 150 km de profundidad. El reto nos pide clasificar zonas en riesgo bajo, medio o alto con datos oficiales y un modelo supervisado, no con reglas fijas. El problema de fondo son los datos: el catálogo no es parejo en el tiempo, no dice qué daños hubo, y los sismos tienen azar. Eso guió todo lo que hicimos. (1 minuto)</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solución tiene tres partes separadas. El entrenamiento, en Python, limpia los datos y entrena tres modelos. El backend es una API que solo carga esos modelos y responde. Y el frontend es la aplicación web con el relieve 3D. Separarlo así nos deja actualizar los modelos sin tocar la aplicación. (1 minuto)</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Todo viene de fuentes oficiales. El catálogo llega como texto: hasta la magnitud es texto. Lo limpiamos en cinco pasos y dejamos registro de cuántas filas quedan en cada uno. Resultado: no se pierde ni un sismo, porque el SGC no trae repetidos ni filas sin datos clave. Los faltantes que quedan no los inventamos. Y los archivos originales nunca se tocan. (1 minuto)</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decisión más importante del proyecto. Si contamos todos los sismos, parece que Santander tiembla 51 % más que antes. Mentira: es la red, que ahora tiene más estaciones y detecta sismos más pequeños. Con magnitud 2,5 o más, el cambio baja a 10 %. Y arrancamos en 2010 porque antes era, en la práctica, otra red: la magnitud más frecuente era 2,2 y hoy es 1,6. Sacrificamos el 92 % de los sismos para que el modelo aprenda sismicidad y no mejoras de la red. (1 minuto y medio)</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Aquí nos llevamos una sorpresa. El primer modelo lo entrenamos con el catálogo filtrado por el municipio de Los Santos. Pero el nido no respeta límites municipales: revisando una capa oficial de la Gobernación vimos que cubre once municipios. Bajamos el catálogo de todo Santander y resultó que nos faltaba uno de cada ocho sismos de nuestra propia zona. Corregirlo arregló 14 celdas que parecían vacías. Ojo: seguimos prediciendo solo Los Santos. (1 minuto)</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Cómo funciona el modelo principal. No clasificamos sismos, clasificamos zonas: cada caso es una celda de 5,5 km en un trimestre. Le damos 15 variables de lo que pasó hasta hoy y le preguntamos cuántos sismos habrá el trimestre siguiente: ninguno es bajo, de uno a tres es medio, más de tres es alto. Esa etiqueta no la inventamos, es lo que pasó después. Entrenamos con 2011 a 2021 y probamos con 2022 a 2026, que el modelo nunca vio. Nunca mezclamos pasado con futuro. (1 minuto y medio)</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Resultados del modelo principal. 80,7 % de exactitud y 71,9 % de F1 en datos que no vio. Le gana a las tres reglas sin aprendizaje, aunque a la persistencia por poco: 80,7 contra 80,2. ¿Por qué no más? Calculamos un techo: un oráculo que conoce la tasa real de cada celda acierta 82,8 %. Estamos al 97 % de ese techo. Lo que falta es azar de los sismos, no un mejor algoritmo. Y cuando falla, falla por poco: casi nunca confunde bajo con alto. (1 minuto y medio)</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segundo modelo es el mismo clasificador para todo Santander: 358 celdas. Da 93,4 % de exactitud, pero cuidado: aquí la exactitud engaña. El 92 % de los casos son bajo, así que decir siempre bajo ya acierta 91,7. Por eso miramos el F1, que es 74,3 contra 70 de la persistencia. ¿Por qué dos modelos? Probamos uno solo para todo y en Los Santos bajaba de 79 a 63 %: las celdas vacías le enseñan otra cosa. Cada modelo, en su zona. (1 minuto)</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clasificadores dicen dónde habrá más actividad, pero no qué tan fuerte se siente. Para eso hay un simulador: una fórmula física publicada, calibrada con 598 reportes reales de la gente. La calibración le bajó el error 23 %. Y el tercer modelo estima viviendas afectadas, aprendiendo de 27 sismos colombianos reales. Siendo honestos: este modelo es débil, se equivoca por un factor de diez. Por eso siempre da un rango y lo decimos en pantalla. El costo es gasto de atención del Estado, no indemnización. (1 minuto y medio)</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Cómo llega esto al usuario. El backend es una API en FastAPI: carga los tres modelos al arrancar y responde. Tiene 22 pruebas automáticas que revisan, por ejemplo, que lo que sirve la API es exactamente lo que se entrenó. El frontend es React con deck.gl: pinta los resultados como mapa de calor sobre el relieve real de Santander. No guarda datos ni modelos, todo lo pide a la API. Está listo para Cloud Run y Vercel, aunque no lo desplegamos. (1 minuto)</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Esto es la aplicación. En datos reales se ve el riesgo que predice el modelo para el próximo trimestre, pintado sobre las montañas. Y lo que más nos gusta: la línea de tiempo. Uno retrocede a cualquier trimestre desde 2022 y compara lo que el modelo predijo con lo que pasó. Las celdas donde falló quedan marcadas con una equis. No escondemos los errores. (1 minuto; si hay tiempo, mostrar en vivo)</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la parte de simulados uno elige magnitud y profundidad y ve la sacudida. O reproduce un sismo real, como el del 10 de marzo de 2015, y lo compara con lo que la gente reportó. El panel dice cuántas personas quedan en cada nivel, cuántas viviendas se afectarían con su rango, y el costo. En este ejemplo, un sismo de 6,8 a 20 km: está fuera de lo que validamos y la aplicación lo advierte sola. (1 minuto)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Para cerrar, lo que no hace bien, dicho por nosotros antes de que nos lo pregunten. La ventaja sobre la persistencia es pequeña. El nivel medio se predice mal. El modelo de viviendas es una primera aproximación. Y no predecimos cuándo va a temblar: nadie puede. Lo que sí logramos: tres modelos validados con honestidad, una aplicación que funciona, y una lección: lo que más pesó no fue el algoritmo, fueron los datos. Gracias. (1 minuto)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1039575" y="1701225"/>
            <a:ext cx="4592400" cy="1782300"/>
          </a:xfrm>
          <a:prstGeom prst="rect">
            <a:avLst/>
          </a:prstGeom>
        </p:spPr>
        <p:txBody>
          <a:bodyPr anchorCtr="0" anchor="b"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Clr>
                <a:srgbClr val="434343"/>
              </a:buClr>
              <a:buSzPts val="4800"/>
              <a:buNone/>
              <a:defRPr sz="4800">
                <a:solidFill>
                  <a:srgbClr val="434343"/>
                </a:solidFill>
              </a:defRPr>
            </a:lvl2pPr>
            <a:lvl3pPr lvl="2">
              <a:spcBef>
                <a:spcPts val="0"/>
              </a:spcBef>
              <a:spcAft>
                <a:spcPts val="0"/>
              </a:spcAft>
              <a:buClr>
                <a:srgbClr val="434343"/>
              </a:buClr>
              <a:buSzPts val="4800"/>
              <a:buNone/>
              <a:defRPr sz="4800">
                <a:solidFill>
                  <a:srgbClr val="434343"/>
                </a:solidFill>
              </a:defRPr>
            </a:lvl3pPr>
            <a:lvl4pPr lvl="3">
              <a:spcBef>
                <a:spcPts val="0"/>
              </a:spcBef>
              <a:spcAft>
                <a:spcPts val="0"/>
              </a:spcAft>
              <a:buClr>
                <a:srgbClr val="434343"/>
              </a:buClr>
              <a:buSzPts val="4800"/>
              <a:buNone/>
              <a:defRPr sz="4800">
                <a:solidFill>
                  <a:srgbClr val="434343"/>
                </a:solidFill>
              </a:defRPr>
            </a:lvl4pPr>
            <a:lvl5pPr lvl="4">
              <a:spcBef>
                <a:spcPts val="0"/>
              </a:spcBef>
              <a:spcAft>
                <a:spcPts val="0"/>
              </a:spcAft>
              <a:buClr>
                <a:srgbClr val="434343"/>
              </a:buClr>
              <a:buSzPts val="4800"/>
              <a:buNone/>
              <a:defRPr sz="4800">
                <a:solidFill>
                  <a:srgbClr val="434343"/>
                </a:solidFill>
              </a:defRPr>
            </a:lvl5pPr>
            <a:lvl6pPr lvl="5">
              <a:spcBef>
                <a:spcPts val="0"/>
              </a:spcBef>
              <a:spcAft>
                <a:spcPts val="0"/>
              </a:spcAft>
              <a:buClr>
                <a:srgbClr val="434343"/>
              </a:buClr>
              <a:buSzPts val="4800"/>
              <a:buNone/>
              <a:defRPr sz="4800">
                <a:solidFill>
                  <a:srgbClr val="434343"/>
                </a:solidFill>
              </a:defRPr>
            </a:lvl6pPr>
            <a:lvl7pPr lvl="6">
              <a:spcBef>
                <a:spcPts val="0"/>
              </a:spcBef>
              <a:spcAft>
                <a:spcPts val="0"/>
              </a:spcAft>
              <a:buClr>
                <a:srgbClr val="434343"/>
              </a:buClr>
              <a:buSzPts val="4800"/>
              <a:buNone/>
              <a:defRPr sz="4800">
                <a:solidFill>
                  <a:srgbClr val="434343"/>
                </a:solidFill>
              </a:defRPr>
            </a:lvl7pPr>
            <a:lvl8pPr lvl="7">
              <a:spcBef>
                <a:spcPts val="0"/>
              </a:spcBef>
              <a:spcAft>
                <a:spcPts val="0"/>
              </a:spcAft>
              <a:buClr>
                <a:srgbClr val="434343"/>
              </a:buClr>
              <a:buSzPts val="4800"/>
              <a:buNone/>
              <a:defRPr sz="4800">
                <a:solidFill>
                  <a:srgbClr val="434343"/>
                </a:solidFill>
              </a:defRPr>
            </a:lvl8pPr>
            <a:lvl9pPr lvl="8">
              <a:spcBef>
                <a:spcPts val="0"/>
              </a:spcBef>
              <a:spcAft>
                <a:spcPts val="0"/>
              </a:spcAft>
              <a:buClr>
                <a:srgbClr val="434343"/>
              </a:buClr>
              <a:buSzPts val="4800"/>
              <a:buNone/>
              <a:defRPr sz="4800">
                <a:solidFill>
                  <a:srgbClr val="434343"/>
                </a:solidFill>
              </a:defRPr>
            </a:lvl9pPr>
          </a:lstStyle>
          <a:p/>
        </p:txBody>
      </p:sp>
      <p:sp>
        <p:nvSpPr>
          <p:cNvPr id="10" name="Google Shape;10;p2"/>
          <p:cNvSpPr txBox="1"/>
          <p:nvPr>
            <p:ph idx="1" type="subTitle"/>
          </p:nvPr>
        </p:nvSpPr>
        <p:spPr>
          <a:xfrm>
            <a:off x="1039575" y="3206400"/>
            <a:ext cx="2402100" cy="7170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Clr>
                <a:srgbClr val="000000"/>
              </a:buClr>
              <a:buSzPts val="1200"/>
              <a:buNone/>
              <a:defRPr>
                <a:solidFill>
                  <a:srgbClr val="000000"/>
                </a:solidFill>
              </a:defRPr>
            </a:lvl1pPr>
            <a:lvl2pPr lvl="1">
              <a:lnSpc>
                <a:spcPct val="100000"/>
              </a:lnSpc>
              <a:spcBef>
                <a:spcPts val="0"/>
              </a:spcBef>
              <a:spcAft>
                <a:spcPts val="0"/>
              </a:spcAft>
              <a:buClr>
                <a:srgbClr val="434343"/>
              </a:buClr>
              <a:buSzPts val="2800"/>
              <a:buNone/>
              <a:defRPr sz="2800">
                <a:solidFill>
                  <a:srgbClr val="434343"/>
                </a:solidFill>
              </a:defRPr>
            </a:lvl2pPr>
            <a:lvl3pPr lvl="2">
              <a:lnSpc>
                <a:spcPct val="100000"/>
              </a:lnSpc>
              <a:spcBef>
                <a:spcPts val="0"/>
              </a:spcBef>
              <a:spcAft>
                <a:spcPts val="0"/>
              </a:spcAft>
              <a:buClr>
                <a:srgbClr val="434343"/>
              </a:buClr>
              <a:buSzPts val="2800"/>
              <a:buNone/>
              <a:defRPr sz="2800">
                <a:solidFill>
                  <a:srgbClr val="434343"/>
                </a:solidFill>
              </a:defRPr>
            </a:lvl3pPr>
            <a:lvl4pPr lvl="3">
              <a:lnSpc>
                <a:spcPct val="100000"/>
              </a:lnSpc>
              <a:spcBef>
                <a:spcPts val="0"/>
              </a:spcBef>
              <a:spcAft>
                <a:spcPts val="0"/>
              </a:spcAft>
              <a:buClr>
                <a:srgbClr val="434343"/>
              </a:buClr>
              <a:buSzPts val="2800"/>
              <a:buNone/>
              <a:defRPr sz="2800">
                <a:solidFill>
                  <a:srgbClr val="434343"/>
                </a:solidFill>
              </a:defRPr>
            </a:lvl4pPr>
            <a:lvl5pPr lvl="4">
              <a:lnSpc>
                <a:spcPct val="100000"/>
              </a:lnSpc>
              <a:spcBef>
                <a:spcPts val="0"/>
              </a:spcBef>
              <a:spcAft>
                <a:spcPts val="0"/>
              </a:spcAft>
              <a:buClr>
                <a:srgbClr val="434343"/>
              </a:buClr>
              <a:buSzPts val="2800"/>
              <a:buNone/>
              <a:defRPr sz="2800">
                <a:solidFill>
                  <a:srgbClr val="434343"/>
                </a:solidFill>
              </a:defRPr>
            </a:lvl5pPr>
            <a:lvl6pPr lvl="5">
              <a:lnSpc>
                <a:spcPct val="100000"/>
              </a:lnSpc>
              <a:spcBef>
                <a:spcPts val="0"/>
              </a:spcBef>
              <a:spcAft>
                <a:spcPts val="0"/>
              </a:spcAft>
              <a:buClr>
                <a:srgbClr val="434343"/>
              </a:buClr>
              <a:buSzPts val="2800"/>
              <a:buNone/>
              <a:defRPr sz="2800">
                <a:solidFill>
                  <a:srgbClr val="434343"/>
                </a:solidFill>
              </a:defRPr>
            </a:lvl6pPr>
            <a:lvl7pPr lvl="6">
              <a:lnSpc>
                <a:spcPct val="100000"/>
              </a:lnSpc>
              <a:spcBef>
                <a:spcPts val="0"/>
              </a:spcBef>
              <a:spcAft>
                <a:spcPts val="0"/>
              </a:spcAft>
              <a:buClr>
                <a:srgbClr val="434343"/>
              </a:buClr>
              <a:buSzPts val="2800"/>
              <a:buNone/>
              <a:defRPr sz="2800">
                <a:solidFill>
                  <a:srgbClr val="434343"/>
                </a:solidFill>
              </a:defRPr>
            </a:lvl7pPr>
            <a:lvl8pPr lvl="7">
              <a:lnSpc>
                <a:spcPct val="100000"/>
              </a:lnSpc>
              <a:spcBef>
                <a:spcPts val="0"/>
              </a:spcBef>
              <a:spcAft>
                <a:spcPts val="0"/>
              </a:spcAft>
              <a:buClr>
                <a:srgbClr val="434343"/>
              </a:buClr>
              <a:buSzPts val="2800"/>
              <a:buNone/>
              <a:defRPr sz="2800">
                <a:solidFill>
                  <a:srgbClr val="434343"/>
                </a:solidFill>
              </a:defRPr>
            </a:lvl8pPr>
            <a:lvl9pPr lvl="8">
              <a:lnSpc>
                <a:spcPct val="100000"/>
              </a:lnSpc>
              <a:spcBef>
                <a:spcPts val="0"/>
              </a:spcBef>
              <a:spcAft>
                <a:spcPts val="0"/>
              </a:spcAft>
              <a:buClr>
                <a:srgbClr val="434343"/>
              </a:buClr>
              <a:buSzPts val="2800"/>
              <a:buNone/>
              <a:defRPr sz="2800">
                <a:solidFill>
                  <a:srgbClr val="434343"/>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1" name="Shape 11"/>
        <p:cNvGrpSpPr/>
        <p:nvPr/>
      </p:nvGrpSpPr>
      <p:grpSpPr>
        <a:xfrm>
          <a:off x="0" y="0"/>
          <a:ext cx="0" cy="0"/>
          <a:chOff x="0" y="0"/>
          <a:chExt cx="0" cy="0"/>
        </a:xfrm>
      </p:grpSpPr>
      <p:sp>
        <p:nvSpPr>
          <p:cNvPr id="12" name="Google Shape;12;p3"/>
          <p:cNvSpPr txBox="1"/>
          <p:nvPr>
            <p:ph type="ctrTitle"/>
          </p:nvPr>
        </p:nvSpPr>
        <p:spPr>
          <a:xfrm>
            <a:off x="769725" y="1310050"/>
            <a:ext cx="3430200" cy="5778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3" name="Google Shape;13;p3"/>
          <p:cNvSpPr txBox="1"/>
          <p:nvPr>
            <p:ph hasCustomPrompt="1" idx="2" type="title"/>
          </p:nvPr>
        </p:nvSpPr>
        <p:spPr>
          <a:xfrm rot="5400000">
            <a:off x="7142178" y="3570226"/>
            <a:ext cx="1738800" cy="577800"/>
          </a:xfrm>
          <a:prstGeom prst="rect">
            <a:avLst/>
          </a:prstGeom>
        </p:spPr>
        <p:txBody>
          <a:bodyPr anchorCtr="0" anchor="ctr" bIns="91425" lIns="91425" spcFirstLastPara="1" rIns="91425" wrap="square" tIns="91425">
            <a:noAutofit/>
          </a:bodyPr>
          <a:lstStyle>
            <a:lvl1pPr lvl="0" algn="r">
              <a:spcBef>
                <a:spcPts val="0"/>
              </a:spcBef>
              <a:spcAft>
                <a:spcPts val="0"/>
              </a:spcAft>
              <a:buSzPts val="6000"/>
              <a:buNone/>
              <a:defRPr sz="6000"/>
            </a:lvl1pPr>
            <a:lvl2pPr lvl="1"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2pPr>
            <a:lvl3pPr lvl="2"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3pPr>
            <a:lvl4pPr lvl="3"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4pPr>
            <a:lvl5pPr lvl="4"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5pPr>
            <a:lvl6pPr lvl="5"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6pPr>
            <a:lvl7pPr lvl="6"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7pPr>
            <a:lvl8pPr lvl="7"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8pPr>
            <a:lvl9pPr lvl="8" algn="r">
              <a:spcBef>
                <a:spcPts val="0"/>
              </a:spcBef>
              <a:spcAft>
                <a:spcPts val="0"/>
              </a:spcAft>
              <a:buSzPts val="6000"/>
              <a:buFont typeface="Fira Sans Extra Condensed Medium"/>
              <a:buNone/>
              <a:defRPr sz="60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 name="Shape 14"/>
        <p:cNvGrpSpPr/>
        <p:nvPr/>
      </p:nvGrpSpPr>
      <p:grpSpPr>
        <a:xfrm>
          <a:off x="0" y="0"/>
          <a:ext cx="0" cy="0"/>
          <a:chOff x="0" y="0"/>
          <a:chExt cx="0" cy="0"/>
        </a:xfrm>
      </p:grpSpPr>
      <p:sp>
        <p:nvSpPr>
          <p:cNvPr id="15" name="Google Shape;15;p4"/>
          <p:cNvSpPr txBox="1"/>
          <p:nvPr>
            <p:ph idx="1" type="subTitle"/>
          </p:nvPr>
        </p:nvSpPr>
        <p:spPr>
          <a:xfrm>
            <a:off x="2258125" y="3106325"/>
            <a:ext cx="3029100" cy="1009500"/>
          </a:xfrm>
          <a:prstGeom prst="rect">
            <a:avLst/>
          </a:prstGeom>
        </p:spPr>
        <p:txBody>
          <a:bodyPr anchorCtr="0" anchor="t" bIns="91425" lIns="91425" spcFirstLastPara="1" rIns="91425" wrap="square" tIns="91425">
            <a:noAutofit/>
          </a:bodyPr>
          <a:lstStyle>
            <a:lvl1pPr lvl="0">
              <a:spcBef>
                <a:spcPts val="0"/>
              </a:spcBef>
              <a:spcAft>
                <a:spcPts val="0"/>
              </a:spcAft>
              <a:buNone/>
              <a:defRPr sz="1100"/>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16" name="Google Shape;16;p4"/>
          <p:cNvSpPr txBox="1"/>
          <p:nvPr>
            <p:ph type="ctrTitle"/>
          </p:nvPr>
        </p:nvSpPr>
        <p:spPr>
          <a:xfrm rot="5400000">
            <a:off x="7241489" y="1041025"/>
            <a:ext cx="1702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7" name="Shape 17"/>
        <p:cNvGrpSpPr/>
        <p:nvPr/>
      </p:nvGrpSpPr>
      <p:grpSpPr>
        <a:xfrm>
          <a:off x="0" y="0"/>
          <a:ext cx="0" cy="0"/>
          <a:chOff x="0" y="0"/>
          <a:chExt cx="0" cy="0"/>
        </a:xfrm>
      </p:grpSpPr>
      <p:sp>
        <p:nvSpPr>
          <p:cNvPr id="18" name="Google Shape;18;p5"/>
          <p:cNvSpPr txBox="1"/>
          <p:nvPr>
            <p:ph idx="1" type="subTitle"/>
          </p:nvPr>
        </p:nvSpPr>
        <p:spPr>
          <a:xfrm>
            <a:off x="4633950" y="1847896"/>
            <a:ext cx="18180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9" name="Google Shape;19;p5"/>
          <p:cNvSpPr txBox="1"/>
          <p:nvPr>
            <p:ph idx="2" type="subTitle"/>
          </p:nvPr>
        </p:nvSpPr>
        <p:spPr>
          <a:xfrm>
            <a:off x="4633950" y="3827870"/>
            <a:ext cx="18180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20" name="Google Shape;20;p5"/>
          <p:cNvSpPr txBox="1"/>
          <p:nvPr>
            <p:ph type="ctrTitle"/>
          </p:nvPr>
        </p:nvSpPr>
        <p:spPr>
          <a:xfrm>
            <a:off x="4633950" y="1539296"/>
            <a:ext cx="2619300" cy="3849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1" name="Google Shape;21;p5"/>
          <p:cNvSpPr txBox="1"/>
          <p:nvPr>
            <p:ph idx="3" type="ctrTitle"/>
          </p:nvPr>
        </p:nvSpPr>
        <p:spPr>
          <a:xfrm>
            <a:off x="4633950" y="3519270"/>
            <a:ext cx="2619300" cy="3849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2" name="Google Shape;22;p5"/>
          <p:cNvSpPr txBox="1"/>
          <p:nvPr>
            <p:ph idx="4" type="ctrTitle"/>
          </p:nvPr>
        </p:nvSpPr>
        <p:spPr>
          <a:xfrm rot="5400000">
            <a:off x="6917175" y="1414524"/>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3" name="Shape 23"/>
        <p:cNvGrpSpPr/>
        <p:nvPr/>
      </p:nvGrpSpPr>
      <p:grpSpPr>
        <a:xfrm>
          <a:off x="0" y="0"/>
          <a:ext cx="0" cy="0"/>
          <a:chOff x="0" y="0"/>
          <a:chExt cx="0" cy="0"/>
        </a:xfrm>
      </p:grpSpPr>
      <p:sp>
        <p:nvSpPr>
          <p:cNvPr id="24" name="Google Shape;24;p6"/>
          <p:cNvSpPr txBox="1"/>
          <p:nvPr>
            <p:ph type="ctrTitle"/>
          </p:nvPr>
        </p:nvSpPr>
        <p:spPr>
          <a:xfrm rot="5400000">
            <a:off x="6603595" y="1930225"/>
            <a:ext cx="3481200" cy="4875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5" name="Shape 25"/>
        <p:cNvGrpSpPr/>
        <p:nvPr/>
      </p:nvGrpSpPr>
      <p:grpSpPr>
        <a:xfrm>
          <a:off x="0" y="0"/>
          <a:ext cx="0" cy="0"/>
          <a:chOff x="0" y="0"/>
          <a:chExt cx="0" cy="0"/>
        </a:xfrm>
      </p:grpSpPr>
      <p:sp>
        <p:nvSpPr>
          <p:cNvPr id="26" name="Google Shape;26;p7"/>
          <p:cNvSpPr txBox="1"/>
          <p:nvPr>
            <p:ph type="title"/>
          </p:nvPr>
        </p:nvSpPr>
        <p:spPr>
          <a:xfrm>
            <a:off x="720000" y="445025"/>
            <a:ext cx="77109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7" name="Google Shape;27;p7"/>
          <p:cNvSpPr txBox="1"/>
          <p:nvPr>
            <p:ph idx="1" type="subTitle"/>
          </p:nvPr>
        </p:nvSpPr>
        <p:spPr>
          <a:xfrm>
            <a:off x="720000" y="1576450"/>
            <a:ext cx="4294800" cy="2203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Char char="●"/>
              <a:defRPr/>
            </a:lvl1pPr>
            <a:lvl2pPr lvl="1" rtl="0" algn="ctr">
              <a:lnSpc>
                <a:spcPct val="100000"/>
              </a:lnSpc>
              <a:spcBef>
                <a:spcPts val="0"/>
              </a:spcBef>
              <a:spcAft>
                <a:spcPts val="0"/>
              </a:spcAft>
              <a:buClr>
                <a:srgbClr val="E76A28"/>
              </a:buClr>
              <a:buSzPts val="1600"/>
              <a:buFont typeface="Nunito Light"/>
              <a:buChar char="○"/>
              <a:defRPr/>
            </a:lvl2pPr>
            <a:lvl3pPr lvl="2" rtl="0" algn="ctr">
              <a:lnSpc>
                <a:spcPct val="100000"/>
              </a:lnSpc>
              <a:spcBef>
                <a:spcPts val="1600"/>
              </a:spcBef>
              <a:spcAft>
                <a:spcPts val="0"/>
              </a:spcAft>
              <a:buClr>
                <a:srgbClr val="E76A28"/>
              </a:buClr>
              <a:buSzPts val="1500"/>
              <a:buFont typeface="Nunito Light"/>
              <a:buChar char="■"/>
              <a:defRPr/>
            </a:lvl3pPr>
            <a:lvl4pPr lvl="3" rtl="0" algn="ctr">
              <a:lnSpc>
                <a:spcPct val="100000"/>
              </a:lnSpc>
              <a:spcBef>
                <a:spcPts val="1600"/>
              </a:spcBef>
              <a:spcAft>
                <a:spcPts val="0"/>
              </a:spcAft>
              <a:buClr>
                <a:srgbClr val="E76A28"/>
              </a:buClr>
              <a:buSzPts val="1500"/>
              <a:buFont typeface="Nunito Light"/>
              <a:buChar char="●"/>
              <a:defRPr/>
            </a:lvl4pPr>
            <a:lvl5pPr lvl="4" rtl="0" algn="ctr">
              <a:lnSpc>
                <a:spcPct val="100000"/>
              </a:lnSpc>
              <a:spcBef>
                <a:spcPts val="1600"/>
              </a:spcBef>
              <a:spcAft>
                <a:spcPts val="0"/>
              </a:spcAft>
              <a:buClr>
                <a:srgbClr val="E76A28"/>
              </a:buClr>
              <a:buSzPts val="1200"/>
              <a:buFont typeface="Nunito Light"/>
              <a:buChar char="○"/>
              <a:defRPr/>
            </a:lvl5pPr>
            <a:lvl6pPr lvl="5" rtl="0" algn="ctr">
              <a:lnSpc>
                <a:spcPct val="100000"/>
              </a:lnSpc>
              <a:spcBef>
                <a:spcPts val="1600"/>
              </a:spcBef>
              <a:spcAft>
                <a:spcPts val="0"/>
              </a:spcAft>
              <a:buClr>
                <a:srgbClr val="999999"/>
              </a:buClr>
              <a:buSzPts val="1200"/>
              <a:buFont typeface="Nunito Light"/>
              <a:buChar char="■"/>
              <a:defRPr/>
            </a:lvl6pPr>
            <a:lvl7pPr lvl="6" rtl="0" algn="ctr">
              <a:lnSpc>
                <a:spcPct val="100000"/>
              </a:lnSpc>
              <a:spcBef>
                <a:spcPts val="1600"/>
              </a:spcBef>
              <a:spcAft>
                <a:spcPts val="0"/>
              </a:spcAft>
              <a:buClr>
                <a:srgbClr val="999999"/>
              </a:buClr>
              <a:buSzPts val="1300"/>
              <a:buFont typeface="Nunito Light"/>
              <a:buChar char="●"/>
              <a:defRPr/>
            </a:lvl7pPr>
            <a:lvl8pPr lvl="7" rtl="0" algn="ctr">
              <a:lnSpc>
                <a:spcPct val="100000"/>
              </a:lnSpc>
              <a:spcBef>
                <a:spcPts val="1600"/>
              </a:spcBef>
              <a:spcAft>
                <a:spcPts val="0"/>
              </a:spcAft>
              <a:buClr>
                <a:srgbClr val="999999"/>
              </a:buClr>
              <a:buSzPts val="1300"/>
              <a:buFont typeface="Nunito Light"/>
              <a:buChar char="○"/>
              <a:defRPr/>
            </a:lvl8pPr>
            <a:lvl9pPr lvl="8" rtl="0" algn="ctr">
              <a:lnSpc>
                <a:spcPct val="100000"/>
              </a:lnSpc>
              <a:spcBef>
                <a:spcPts val="1600"/>
              </a:spcBef>
              <a:spcAft>
                <a:spcPts val="1600"/>
              </a:spcAft>
              <a:buClr>
                <a:srgbClr val="999999"/>
              </a:buClr>
              <a:buSzPts val="1200"/>
              <a:buFont typeface="Nunito Light"/>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8" name="Shape 28"/>
        <p:cNvGrpSpPr/>
        <p:nvPr/>
      </p:nvGrpSpPr>
      <p:grpSpPr>
        <a:xfrm>
          <a:off x="0" y="0"/>
          <a:ext cx="0" cy="0"/>
          <a:chOff x="0" y="0"/>
          <a:chExt cx="0" cy="0"/>
        </a:xfrm>
      </p:grpSpPr>
      <p:sp>
        <p:nvSpPr>
          <p:cNvPr id="29" name="Google Shape;29;p8"/>
          <p:cNvSpPr txBox="1"/>
          <p:nvPr>
            <p:ph type="title"/>
          </p:nvPr>
        </p:nvSpPr>
        <p:spPr>
          <a:xfrm>
            <a:off x="3200250" y="1742750"/>
            <a:ext cx="2743200" cy="5727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sz="3600"/>
            </a:lvl1pPr>
            <a:lvl2pPr lvl="1" algn="ctr">
              <a:spcBef>
                <a:spcPts val="0"/>
              </a:spcBef>
              <a:spcAft>
                <a:spcPts val="0"/>
              </a:spcAft>
              <a:buNone/>
              <a:defRPr sz="3600">
                <a:latin typeface="Catamaran Light"/>
                <a:ea typeface="Catamaran Light"/>
                <a:cs typeface="Catamaran Light"/>
                <a:sym typeface="Catamaran Light"/>
              </a:defRPr>
            </a:lvl2pPr>
            <a:lvl3pPr lvl="2" algn="ctr">
              <a:spcBef>
                <a:spcPts val="0"/>
              </a:spcBef>
              <a:spcAft>
                <a:spcPts val="0"/>
              </a:spcAft>
              <a:buNone/>
              <a:defRPr sz="3600">
                <a:latin typeface="Catamaran Light"/>
                <a:ea typeface="Catamaran Light"/>
                <a:cs typeface="Catamaran Light"/>
                <a:sym typeface="Catamaran Light"/>
              </a:defRPr>
            </a:lvl3pPr>
            <a:lvl4pPr lvl="3" algn="ctr">
              <a:spcBef>
                <a:spcPts val="0"/>
              </a:spcBef>
              <a:spcAft>
                <a:spcPts val="0"/>
              </a:spcAft>
              <a:buNone/>
              <a:defRPr sz="3600">
                <a:latin typeface="Catamaran Light"/>
                <a:ea typeface="Catamaran Light"/>
                <a:cs typeface="Catamaran Light"/>
                <a:sym typeface="Catamaran Light"/>
              </a:defRPr>
            </a:lvl4pPr>
            <a:lvl5pPr lvl="4" algn="ctr">
              <a:spcBef>
                <a:spcPts val="0"/>
              </a:spcBef>
              <a:spcAft>
                <a:spcPts val="0"/>
              </a:spcAft>
              <a:buNone/>
              <a:defRPr sz="3600">
                <a:latin typeface="Catamaran Light"/>
                <a:ea typeface="Catamaran Light"/>
                <a:cs typeface="Catamaran Light"/>
                <a:sym typeface="Catamaran Light"/>
              </a:defRPr>
            </a:lvl5pPr>
            <a:lvl6pPr lvl="5" algn="ctr">
              <a:spcBef>
                <a:spcPts val="0"/>
              </a:spcBef>
              <a:spcAft>
                <a:spcPts val="0"/>
              </a:spcAft>
              <a:buNone/>
              <a:defRPr sz="3600">
                <a:latin typeface="Catamaran Light"/>
                <a:ea typeface="Catamaran Light"/>
                <a:cs typeface="Catamaran Light"/>
                <a:sym typeface="Catamaran Light"/>
              </a:defRPr>
            </a:lvl6pPr>
            <a:lvl7pPr lvl="6" algn="ctr">
              <a:spcBef>
                <a:spcPts val="0"/>
              </a:spcBef>
              <a:spcAft>
                <a:spcPts val="0"/>
              </a:spcAft>
              <a:buNone/>
              <a:defRPr sz="3600">
                <a:latin typeface="Catamaran Light"/>
                <a:ea typeface="Catamaran Light"/>
                <a:cs typeface="Catamaran Light"/>
                <a:sym typeface="Catamaran Light"/>
              </a:defRPr>
            </a:lvl7pPr>
            <a:lvl8pPr lvl="7" algn="ctr">
              <a:spcBef>
                <a:spcPts val="0"/>
              </a:spcBef>
              <a:spcAft>
                <a:spcPts val="0"/>
              </a:spcAft>
              <a:buNone/>
              <a:defRPr sz="3600">
                <a:latin typeface="Catamaran Light"/>
                <a:ea typeface="Catamaran Light"/>
                <a:cs typeface="Catamaran Light"/>
                <a:sym typeface="Catamaran Light"/>
              </a:defRPr>
            </a:lvl8pPr>
            <a:lvl9pPr lvl="8" algn="ctr">
              <a:spcBef>
                <a:spcPts val="0"/>
              </a:spcBef>
              <a:spcAft>
                <a:spcPts val="0"/>
              </a:spcAft>
              <a:buNone/>
              <a:defRPr sz="3600">
                <a:latin typeface="Catamaran Light"/>
                <a:ea typeface="Catamaran Light"/>
                <a:cs typeface="Catamaran Light"/>
                <a:sym typeface="Catamaran Light"/>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0" name="Shape 30"/>
        <p:cNvGrpSpPr/>
        <p:nvPr/>
      </p:nvGrpSpPr>
      <p:grpSpPr>
        <a:xfrm>
          <a:off x="0" y="0"/>
          <a:ext cx="0" cy="0"/>
          <a:chOff x="0" y="0"/>
          <a:chExt cx="0" cy="0"/>
        </a:xfrm>
      </p:grpSpPr>
      <p:sp>
        <p:nvSpPr>
          <p:cNvPr id="31" name="Google Shape;31;p9"/>
          <p:cNvSpPr txBox="1"/>
          <p:nvPr>
            <p:ph type="title"/>
          </p:nvPr>
        </p:nvSpPr>
        <p:spPr>
          <a:xfrm>
            <a:off x="2135550" y="1599688"/>
            <a:ext cx="4872900" cy="11847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2800"/>
              <a:buNone/>
              <a:defRPr sz="55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32" name="Google Shape;32;p9"/>
          <p:cNvSpPr txBox="1"/>
          <p:nvPr>
            <p:ph idx="1" type="subTitle"/>
          </p:nvPr>
        </p:nvSpPr>
        <p:spPr>
          <a:xfrm>
            <a:off x="2135550" y="2872713"/>
            <a:ext cx="4872900" cy="671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1600"/>
              </a:spcBef>
              <a:spcAft>
                <a:spcPts val="0"/>
              </a:spcAft>
              <a:buSzPts val="1200"/>
              <a:buNone/>
              <a:defRPr/>
            </a:lvl3pPr>
            <a:lvl4pPr lvl="3" rtl="0" algn="ctr">
              <a:lnSpc>
                <a:spcPct val="100000"/>
              </a:lnSpc>
              <a:spcBef>
                <a:spcPts val="1600"/>
              </a:spcBef>
              <a:spcAft>
                <a:spcPts val="0"/>
              </a:spcAft>
              <a:buSzPts val="1200"/>
              <a:buNone/>
              <a:defRPr/>
            </a:lvl4pPr>
            <a:lvl5pPr lvl="4" rtl="0" algn="ctr">
              <a:lnSpc>
                <a:spcPct val="100000"/>
              </a:lnSpc>
              <a:spcBef>
                <a:spcPts val="1600"/>
              </a:spcBef>
              <a:spcAft>
                <a:spcPts val="0"/>
              </a:spcAft>
              <a:buSzPts val="1200"/>
              <a:buNone/>
              <a:defRPr/>
            </a:lvl5pPr>
            <a:lvl6pPr lvl="5" rtl="0" algn="ctr">
              <a:lnSpc>
                <a:spcPct val="100000"/>
              </a:lnSpc>
              <a:spcBef>
                <a:spcPts val="1600"/>
              </a:spcBef>
              <a:spcAft>
                <a:spcPts val="0"/>
              </a:spcAft>
              <a:buSzPts val="1200"/>
              <a:buNone/>
              <a:defRPr/>
            </a:lvl6pPr>
            <a:lvl7pPr lvl="6" rtl="0" algn="ctr">
              <a:lnSpc>
                <a:spcPct val="100000"/>
              </a:lnSpc>
              <a:spcBef>
                <a:spcPts val="1600"/>
              </a:spcBef>
              <a:spcAft>
                <a:spcPts val="0"/>
              </a:spcAft>
              <a:buSzPts val="1200"/>
              <a:buNone/>
              <a:defRPr/>
            </a:lvl7pPr>
            <a:lvl8pPr lvl="7" rtl="0" algn="ctr">
              <a:lnSpc>
                <a:spcPct val="100000"/>
              </a:lnSpc>
              <a:spcBef>
                <a:spcPts val="1600"/>
              </a:spcBef>
              <a:spcAft>
                <a:spcPts val="0"/>
              </a:spcAft>
              <a:buSzPts val="1200"/>
              <a:buNone/>
              <a:defRPr/>
            </a:lvl8pPr>
            <a:lvl9pPr lvl="8" rtl="0" algn="ctr">
              <a:lnSpc>
                <a:spcPct val="100000"/>
              </a:lnSpc>
              <a:spcBef>
                <a:spcPts val="1600"/>
              </a:spcBef>
              <a:spcAft>
                <a:spcPts val="160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3" name="Shape 33"/>
        <p:cNvGrpSpPr/>
        <p:nvPr/>
      </p:nvGrpSpPr>
      <p:grpSpPr>
        <a:xfrm>
          <a:off x="0" y="0"/>
          <a:ext cx="0" cy="0"/>
          <a:chOff x="0" y="0"/>
          <a:chExt cx="0" cy="0"/>
        </a:xfrm>
      </p:grpSpPr>
      <p:sp>
        <p:nvSpPr>
          <p:cNvPr id="34" name="Google Shape;34;p10"/>
          <p:cNvSpPr/>
          <p:nvPr>
            <p:ph idx="2" type="pic"/>
          </p:nvPr>
        </p:nvSpPr>
        <p:spPr>
          <a:xfrm>
            <a:off x="-3301" y="0"/>
            <a:ext cx="9150600" cy="5143500"/>
          </a:xfrm>
          <a:prstGeom prst="rect">
            <a:avLst/>
          </a:prstGeom>
          <a:noFill/>
          <a:ln>
            <a:noFill/>
          </a:ln>
        </p:spPr>
      </p:sp>
      <p:sp>
        <p:nvSpPr>
          <p:cNvPr id="35" name="Google Shape;35;p10"/>
          <p:cNvSpPr txBox="1"/>
          <p:nvPr>
            <p:ph type="title"/>
          </p:nvPr>
        </p:nvSpPr>
        <p:spPr>
          <a:xfrm>
            <a:off x="720000" y="4010225"/>
            <a:ext cx="7704000" cy="576900"/>
          </a:xfrm>
          <a:prstGeom prst="rect">
            <a:avLst/>
          </a:prstGeom>
          <a:solidFill>
            <a:schemeClr val="lt1"/>
          </a:solidFill>
        </p:spPr>
        <p:txBody>
          <a:bodyPr anchorCtr="0" anchor="ctr" bIns="91425" lIns="91425" spcFirstLastPara="1" rIns="91425" wrap="square" tIns="91425">
            <a:noAutofit/>
          </a:bodyPr>
          <a:lstStyle>
            <a:lvl1pPr lvl="0" rtl="0" algn="ctr">
              <a:spcBef>
                <a:spcPts val="0"/>
              </a:spcBef>
              <a:spcAft>
                <a:spcPts val="0"/>
              </a:spcAft>
              <a:buSzPts val="2400"/>
              <a:buNone/>
              <a:defRPr sz="2400">
                <a:solidFill>
                  <a:schemeClr val="lt1"/>
                </a:solidFill>
              </a:defRPr>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6" name="Shape 36"/>
        <p:cNvGrpSpPr/>
        <p:nvPr/>
      </p:nvGrpSpPr>
      <p:grpSpPr>
        <a:xfrm>
          <a:off x="0" y="0"/>
          <a:ext cx="0" cy="0"/>
          <a:chOff x="0" y="0"/>
          <a:chExt cx="0" cy="0"/>
        </a:xfrm>
      </p:grpSpPr>
      <p:sp>
        <p:nvSpPr>
          <p:cNvPr id="37" name="Google Shape;37;p11"/>
          <p:cNvSpPr txBox="1"/>
          <p:nvPr>
            <p:ph hasCustomPrompt="1" type="title"/>
          </p:nvPr>
        </p:nvSpPr>
        <p:spPr>
          <a:xfrm>
            <a:off x="1284000" y="1401413"/>
            <a:ext cx="6576000" cy="16500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55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8" name="Google Shape;38;p11"/>
          <p:cNvSpPr txBox="1"/>
          <p:nvPr>
            <p:ph idx="1" type="subTitle"/>
          </p:nvPr>
        </p:nvSpPr>
        <p:spPr>
          <a:xfrm>
            <a:off x="1284000" y="3148188"/>
            <a:ext cx="6576000" cy="497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800"/>
            </a:lvl1pPr>
            <a:lvl2pPr lvl="1" rtl="0" algn="ctr">
              <a:lnSpc>
                <a:spcPct val="100000"/>
              </a:lnSpc>
              <a:spcBef>
                <a:spcPts val="0"/>
              </a:spcBef>
              <a:spcAft>
                <a:spcPts val="0"/>
              </a:spcAft>
              <a:buSzPts val="1600"/>
              <a:buNone/>
              <a:defRPr sz="1600"/>
            </a:lvl2pPr>
            <a:lvl3pPr lvl="2" rtl="0" algn="ctr">
              <a:lnSpc>
                <a:spcPct val="100000"/>
              </a:lnSpc>
              <a:spcBef>
                <a:spcPts val="1600"/>
              </a:spcBef>
              <a:spcAft>
                <a:spcPts val="0"/>
              </a:spcAft>
              <a:buSzPts val="1600"/>
              <a:buNone/>
              <a:defRPr sz="1600"/>
            </a:lvl3pPr>
            <a:lvl4pPr lvl="3" rtl="0" algn="ctr">
              <a:lnSpc>
                <a:spcPct val="100000"/>
              </a:lnSpc>
              <a:spcBef>
                <a:spcPts val="1600"/>
              </a:spcBef>
              <a:spcAft>
                <a:spcPts val="0"/>
              </a:spcAft>
              <a:buSzPts val="1600"/>
              <a:buNone/>
              <a:defRPr sz="1600"/>
            </a:lvl4pPr>
            <a:lvl5pPr lvl="4" rtl="0" algn="ctr">
              <a:lnSpc>
                <a:spcPct val="100000"/>
              </a:lnSpc>
              <a:spcBef>
                <a:spcPts val="1600"/>
              </a:spcBef>
              <a:spcAft>
                <a:spcPts val="0"/>
              </a:spcAft>
              <a:buSzPts val="1600"/>
              <a:buNone/>
              <a:defRPr sz="1600"/>
            </a:lvl5pPr>
            <a:lvl6pPr lvl="5" rtl="0" algn="ctr">
              <a:lnSpc>
                <a:spcPct val="100000"/>
              </a:lnSpc>
              <a:spcBef>
                <a:spcPts val="1600"/>
              </a:spcBef>
              <a:spcAft>
                <a:spcPts val="0"/>
              </a:spcAft>
              <a:buSzPts val="1600"/>
              <a:buNone/>
              <a:defRPr sz="1600"/>
            </a:lvl6pPr>
            <a:lvl7pPr lvl="6" rtl="0" algn="ctr">
              <a:lnSpc>
                <a:spcPct val="100000"/>
              </a:lnSpc>
              <a:spcBef>
                <a:spcPts val="1600"/>
              </a:spcBef>
              <a:spcAft>
                <a:spcPts val="0"/>
              </a:spcAft>
              <a:buSzPts val="1600"/>
              <a:buNone/>
              <a:defRPr sz="1600"/>
            </a:lvl7pPr>
            <a:lvl8pPr lvl="7" rtl="0" algn="ctr">
              <a:lnSpc>
                <a:spcPct val="100000"/>
              </a:lnSpc>
              <a:spcBef>
                <a:spcPts val="1600"/>
              </a:spcBef>
              <a:spcAft>
                <a:spcPts val="0"/>
              </a:spcAft>
              <a:buSzPts val="1600"/>
              <a:buNone/>
              <a:defRPr sz="1600"/>
            </a:lvl8pPr>
            <a:lvl9pPr lvl="8" rtl="0" algn="ctr">
              <a:lnSpc>
                <a:spcPct val="100000"/>
              </a:lnSpc>
              <a:spcBef>
                <a:spcPts val="1600"/>
              </a:spcBef>
              <a:spcAft>
                <a:spcPts val="160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9" name="Shape 3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40" name="Shape 40"/>
        <p:cNvGrpSpPr/>
        <p:nvPr/>
      </p:nvGrpSpPr>
      <p:grpSpPr>
        <a:xfrm>
          <a:off x="0" y="0"/>
          <a:ext cx="0" cy="0"/>
          <a:chOff x="0" y="0"/>
          <a:chExt cx="0" cy="0"/>
        </a:xfrm>
      </p:grpSpPr>
      <p:sp>
        <p:nvSpPr>
          <p:cNvPr id="41" name="Google Shape;41;p13"/>
          <p:cNvSpPr txBox="1"/>
          <p:nvPr>
            <p:ph type="ctrTitle"/>
          </p:nvPr>
        </p:nvSpPr>
        <p:spPr>
          <a:xfrm>
            <a:off x="3423902" y="387473"/>
            <a:ext cx="2251800" cy="577800"/>
          </a:xfrm>
          <a:prstGeom prst="rect">
            <a:avLst/>
          </a:prstGeom>
        </p:spPr>
        <p:txBody>
          <a:bodyPr anchorCtr="0" anchor="b"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42" name="Google Shape;42;p13"/>
          <p:cNvSpPr txBox="1"/>
          <p:nvPr>
            <p:ph idx="1" type="subTitle"/>
          </p:nvPr>
        </p:nvSpPr>
        <p:spPr>
          <a:xfrm>
            <a:off x="3423900" y="802521"/>
            <a:ext cx="1906500" cy="57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43" name="Google Shape;43;p13"/>
          <p:cNvSpPr txBox="1"/>
          <p:nvPr>
            <p:ph hasCustomPrompt="1" idx="2" type="title"/>
          </p:nvPr>
        </p:nvSpPr>
        <p:spPr>
          <a:xfrm>
            <a:off x="2023007" y="654113"/>
            <a:ext cx="1739100" cy="577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solidFill>
                  <a:schemeClr val="lt1"/>
                </a:solidFill>
              </a:defRPr>
            </a:lvl1pPr>
            <a:lvl2pPr lvl="1">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 name="Google Shape;44;p13"/>
          <p:cNvSpPr txBox="1"/>
          <p:nvPr>
            <p:ph idx="3" type="ctrTitle"/>
          </p:nvPr>
        </p:nvSpPr>
        <p:spPr>
          <a:xfrm>
            <a:off x="3425264" y="1224286"/>
            <a:ext cx="2251800" cy="577800"/>
          </a:xfrm>
          <a:prstGeom prst="rect">
            <a:avLst/>
          </a:prstGeom>
        </p:spPr>
        <p:txBody>
          <a:bodyPr anchorCtr="0" anchor="b"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45" name="Google Shape;45;p13"/>
          <p:cNvSpPr txBox="1"/>
          <p:nvPr>
            <p:ph idx="4" type="subTitle"/>
          </p:nvPr>
        </p:nvSpPr>
        <p:spPr>
          <a:xfrm>
            <a:off x="3425259" y="1638859"/>
            <a:ext cx="1976700" cy="57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46" name="Google Shape;46;p13"/>
          <p:cNvSpPr txBox="1"/>
          <p:nvPr>
            <p:ph hasCustomPrompt="1" idx="5" type="title"/>
          </p:nvPr>
        </p:nvSpPr>
        <p:spPr>
          <a:xfrm>
            <a:off x="2023007" y="1488788"/>
            <a:ext cx="1615200" cy="577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solidFill>
                  <a:schemeClr val="lt1"/>
                </a:solidFill>
              </a:defRPr>
            </a:lvl1pPr>
            <a:lvl2pPr lvl="1">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7" name="Google Shape;47;p13"/>
          <p:cNvSpPr txBox="1"/>
          <p:nvPr>
            <p:ph idx="6" type="ctrTitle"/>
          </p:nvPr>
        </p:nvSpPr>
        <p:spPr>
          <a:xfrm>
            <a:off x="3427999" y="2061098"/>
            <a:ext cx="2251800" cy="577800"/>
          </a:xfrm>
          <a:prstGeom prst="rect">
            <a:avLst/>
          </a:prstGeom>
        </p:spPr>
        <p:txBody>
          <a:bodyPr anchorCtr="0" anchor="b"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48" name="Google Shape;48;p13"/>
          <p:cNvSpPr txBox="1"/>
          <p:nvPr>
            <p:ph idx="7" type="subTitle"/>
          </p:nvPr>
        </p:nvSpPr>
        <p:spPr>
          <a:xfrm>
            <a:off x="3427997" y="2475197"/>
            <a:ext cx="1906500" cy="57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49" name="Google Shape;49;p13"/>
          <p:cNvSpPr txBox="1"/>
          <p:nvPr>
            <p:ph hasCustomPrompt="1" idx="8" type="title"/>
          </p:nvPr>
        </p:nvSpPr>
        <p:spPr>
          <a:xfrm>
            <a:off x="2023007" y="2323463"/>
            <a:ext cx="1573500" cy="577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solidFill>
                  <a:schemeClr val="lt1"/>
                </a:solidFill>
              </a:defRPr>
            </a:lvl1pPr>
            <a:lvl2pPr lvl="1">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50" name="Google Shape;50;p13"/>
          <p:cNvSpPr txBox="1"/>
          <p:nvPr>
            <p:ph idx="9" type="ctrTitle"/>
          </p:nvPr>
        </p:nvSpPr>
        <p:spPr>
          <a:xfrm rot="5400000">
            <a:off x="6672869" y="1646270"/>
            <a:ext cx="2913300" cy="487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1" name="Google Shape;51;p13"/>
          <p:cNvSpPr txBox="1"/>
          <p:nvPr>
            <p:ph idx="13" type="ctrTitle"/>
          </p:nvPr>
        </p:nvSpPr>
        <p:spPr>
          <a:xfrm>
            <a:off x="3427999" y="2897911"/>
            <a:ext cx="2251800" cy="577800"/>
          </a:xfrm>
          <a:prstGeom prst="rect">
            <a:avLst/>
          </a:prstGeom>
        </p:spPr>
        <p:txBody>
          <a:bodyPr anchorCtr="0" anchor="b"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52" name="Google Shape;52;p13"/>
          <p:cNvSpPr txBox="1"/>
          <p:nvPr>
            <p:ph idx="14" type="subTitle"/>
          </p:nvPr>
        </p:nvSpPr>
        <p:spPr>
          <a:xfrm>
            <a:off x="3427997" y="3311534"/>
            <a:ext cx="1906500" cy="57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53" name="Google Shape;53;p13"/>
          <p:cNvSpPr txBox="1"/>
          <p:nvPr>
            <p:ph hasCustomPrompt="1" idx="15" type="title"/>
          </p:nvPr>
        </p:nvSpPr>
        <p:spPr>
          <a:xfrm>
            <a:off x="2023007" y="3158138"/>
            <a:ext cx="1573500" cy="577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solidFill>
                  <a:schemeClr val="lt1"/>
                </a:solidFill>
              </a:defRPr>
            </a:lvl1pPr>
            <a:lvl2pPr lvl="1">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54" name="Google Shape;54;p13"/>
          <p:cNvSpPr txBox="1"/>
          <p:nvPr>
            <p:ph idx="16" type="ctrTitle"/>
          </p:nvPr>
        </p:nvSpPr>
        <p:spPr>
          <a:xfrm>
            <a:off x="3427999" y="3734723"/>
            <a:ext cx="2251800" cy="577800"/>
          </a:xfrm>
          <a:prstGeom prst="rect">
            <a:avLst/>
          </a:prstGeom>
        </p:spPr>
        <p:txBody>
          <a:bodyPr anchorCtr="0" anchor="b" bIns="91425" lIns="91425" spcFirstLastPara="1" rIns="91425" wrap="square" tIns="91425">
            <a:no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55" name="Google Shape;55;p13"/>
          <p:cNvSpPr txBox="1"/>
          <p:nvPr>
            <p:ph idx="17" type="subTitle"/>
          </p:nvPr>
        </p:nvSpPr>
        <p:spPr>
          <a:xfrm>
            <a:off x="3427997" y="4147872"/>
            <a:ext cx="1906500" cy="57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56" name="Google Shape;56;p13"/>
          <p:cNvSpPr txBox="1"/>
          <p:nvPr>
            <p:ph hasCustomPrompt="1" idx="18" type="title"/>
          </p:nvPr>
        </p:nvSpPr>
        <p:spPr>
          <a:xfrm>
            <a:off x="2023007" y="3992813"/>
            <a:ext cx="1573500" cy="577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solidFill>
                  <a:schemeClr val="lt1"/>
                </a:solidFill>
              </a:defRPr>
            </a:lvl1pPr>
            <a:lvl2pPr lvl="1">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57" name="Shape 57"/>
        <p:cNvGrpSpPr/>
        <p:nvPr/>
      </p:nvGrpSpPr>
      <p:grpSpPr>
        <a:xfrm>
          <a:off x="0" y="0"/>
          <a:ext cx="0" cy="0"/>
          <a:chOff x="0" y="0"/>
          <a:chExt cx="0" cy="0"/>
        </a:xfrm>
      </p:grpSpPr>
      <p:sp>
        <p:nvSpPr>
          <p:cNvPr id="58" name="Google Shape;58;p14"/>
          <p:cNvSpPr txBox="1"/>
          <p:nvPr>
            <p:ph idx="1" type="subTitle"/>
          </p:nvPr>
        </p:nvSpPr>
        <p:spPr>
          <a:xfrm>
            <a:off x="915175" y="3380775"/>
            <a:ext cx="3960600" cy="631800"/>
          </a:xfrm>
          <a:prstGeom prst="rect">
            <a:avLst/>
          </a:prstGeom>
        </p:spPr>
        <p:txBody>
          <a:bodyPr anchorCtr="0" anchor="t" bIns="91425" lIns="91425" spcFirstLastPara="1" rIns="91425" wrap="square" tIns="91425">
            <a:noAutofit/>
          </a:bodyPr>
          <a:lstStyle>
            <a:lvl1pPr lvl="0">
              <a:spcBef>
                <a:spcPts val="0"/>
              </a:spcBef>
              <a:spcAft>
                <a:spcPts val="0"/>
              </a:spcAft>
              <a:buNon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59" name="Google Shape;59;p14"/>
          <p:cNvSpPr txBox="1"/>
          <p:nvPr>
            <p:ph idx="2" type="subTitle"/>
          </p:nvPr>
        </p:nvSpPr>
        <p:spPr>
          <a:xfrm>
            <a:off x="915175" y="4004575"/>
            <a:ext cx="1821000" cy="213000"/>
          </a:xfrm>
          <a:prstGeom prst="rect">
            <a:avLst/>
          </a:prstGeom>
        </p:spPr>
        <p:txBody>
          <a:bodyPr anchorCtr="0" anchor="t" bIns="91425" lIns="91425" spcFirstLastPara="1" rIns="91425" wrap="square" tIns="91425">
            <a:noAutofit/>
          </a:bodyPr>
          <a:lstStyle>
            <a:lvl1pPr lvl="0">
              <a:spcBef>
                <a:spcPts val="0"/>
              </a:spcBef>
              <a:spcAft>
                <a:spcPts val="0"/>
              </a:spcAft>
              <a:buNone/>
              <a:defRPr b="1">
                <a:latin typeface="Livvic"/>
                <a:ea typeface="Livvic"/>
                <a:cs typeface="Livvic"/>
                <a:sym typeface="Livvic"/>
              </a:defRPr>
            </a:lvl1pPr>
            <a:lvl2pPr lvl="1">
              <a:spcBef>
                <a:spcPts val="1600"/>
              </a:spcBef>
              <a:spcAft>
                <a:spcPts val="0"/>
              </a:spcAft>
              <a:buNone/>
              <a:defRPr b="1">
                <a:latin typeface="Livvic"/>
                <a:ea typeface="Livvic"/>
                <a:cs typeface="Livvic"/>
                <a:sym typeface="Livvic"/>
              </a:defRPr>
            </a:lvl2pPr>
            <a:lvl3pPr lvl="2">
              <a:spcBef>
                <a:spcPts val="1600"/>
              </a:spcBef>
              <a:spcAft>
                <a:spcPts val="0"/>
              </a:spcAft>
              <a:buNone/>
              <a:defRPr b="1">
                <a:latin typeface="Livvic"/>
                <a:ea typeface="Livvic"/>
                <a:cs typeface="Livvic"/>
                <a:sym typeface="Livvic"/>
              </a:defRPr>
            </a:lvl3pPr>
            <a:lvl4pPr lvl="3">
              <a:spcBef>
                <a:spcPts val="1600"/>
              </a:spcBef>
              <a:spcAft>
                <a:spcPts val="0"/>
              </a:spcAft>
              <a:buNone/>
              <a:defRPr b="1">
                <a:latin typeface="Livvic"/>
                <a:ea typeface="Livvic"/>
                <a:cs typeface="Livvic"/>
                <a:sym typeface="Livvic"/>
              </a:defRPr>
            </a:lvl4pPr>
            <a:lvl5pPr lvl="4">
              <a:spcBef>
                <a:spcPts val="1600"/>
              </a:spcBef>
              <a:spcAft>
                <a:spcPts val="0"/>
              </a:spcAft>
              <a:buNone/>
              <a:defRPr b="1">
                <a:latin typeface="Livvic"/>
                <a:ea typeface="Livvic"/>
                <a:cs typeface="Livvic"/>
                <a:sym typeface="Livvic"/>
              </a:defRPr>
            </a:lvl5pPr>
            <a:lvl6pPr lvl="5">
              <a:spcBef>
                <a:spcPts val="1600"/>
              </a:spcBef>
              <a:spcAft>
                <a:spcPts val="0"/>
              </a:spcAft>
              <a:buNone/>
              <a:defRPr b="1">
                <a:latin typeface="Livvic"/>
                <a:ea typeface="Livvic"/>
                <a:cs typeface="Livvic"/>
                <a:sym typeface="Livvic"/>
              </a:defRPr>
            </a:lvl6pPr>
            <a:lvl7pPr lvl="6">
              <a:spcBef>
                <a:spcPts val="1600"/>
              </a:spcBef>
              <a:spcAft>
                <a:spcPts val="0"/>
              </a:spcAft>
              <a:buNone/>
              <a:defRPr b="1">
                <a:latin typeface="Livvic"/>
                <a:ea typeface="Livvic"/>
                <a:cs typeface="Livvic"/>
                <a:sym typeface="Livvic"/>
              </a:defRPr>
            </a:lvl7pPr>
            <a:lvl8pPr lvl="7">
              <a:spcBef>
                <a:spcPts val="1600"/>
              </a:spcBef>
              <a:spcAft>
                <a:spcPts val="0"/>
              </a:spcAft>
              <a:buNone/>
              <a:defRPr b="1">
                <a:latin typeface="Livvic"/>
                <a:ea typeface="Livvic"/>
                <a:cs typeface="Livvic"/>
                <a:sym typeface="Livvic"/>
              </a:defRPr>
            </a:lvl8pPr>
            <a:lvl9pPr lvl="8">
              <a:spcBef>
                <a:spcPts val="1600"/>
              </a:spcBef>
              <a:spcAft>
                <a:spcPts val="1600"/>
              </a:spcAft>
              <a:buNone/>
              <a:defRPr b="1">
                <a:latin typeface="Livvic"/>
                <a:ea typeface="Livvic"/>
                <a:cs typeface="Livvic"/>
                <a:sym typeface="Livvic"/>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
    <p:spTree>
      <p:nvGrpSpPr>
        <p:cNvPr id="60" name="Shape 60"/>
        <p:cNvGrpSpPr/>
        <p:nvPr/>
      </p:nvGrpSpPr>
      <p:grpSpPr>
        <a:xfrm>
          <a:off x="0" y="0"/>
          <a:ext cx="0" cy="0"/>
          <a:chOff x="0" y="0"/>
          <a:chExt cx="0" cy="0"/>
        </a:xfrm>
      </p:grpSpPr>
      <p:sp>
        <p:nvSpPr>
          <p:cNvPr id="61" name="Google Shape;61;p15"/>
          <p:cNvSpPr txBox="1"/>
          <p:nvPr>
            <p:ph type="title"/>
          </p:nvPr>
        </p:nvSpPr>
        <p:spPr>
          <a:xfrm>
            <a:off x="672375" y="1432475"/>
            <a:ext cx="3498000" cy="896700"/>
          </a:xfrm>
          <a:prstGeom prst="rect">
            <a:avLst/>
          </a:prstGeom>
        </p:spPr>
        <p:txBody>
          <a:bodyPr anchorCtr="0" anchor="ctr" bIns="91425" lIns="91425" spcFirstLastPara="1" rIns="91425" wrap="square" tIns="91425">
            <a:noAutofit/>
          </a:bodyPr>
          <a:lstStyle>
            <a:lvl1pPr lvl="0" algn="r">
              <a:spcBef>
                <a:spcPts val="0"/>
              </a:spcBef>
              <a:spcAft>
                <a:spcPts val="0"/>
              </a:spcAft>
              <a:buClr>
                <a:srgbClr val="000000"/>
              </a:buClr>
              <a:buSzPts val="2800"/>
              <a:buNone/>
              <a:defRPr/>
            </a:lvl1pPr>
            <a:lvl2pPr lvl="1">
              <a:spcBef>
                <a:spcPts val="0"/>
              </a:spcBef>
              <a:spcAft>
                <a:spcPts val="0"/>
              </a:spcAft>
              <a:buClr>
                <a:srgbClr val="000000"/>
              </a:buClr>
              <a:buSzPts val="3000"/>
              <a:buNone/>
              <a:defRPr>
                <a:solidFill>
                  <a:srgbClr val="000000"/>
                </a:solidFill>
              </a:defRPr>
            </a:lvl2pPr>
            <a:lvl3pPr lvl="2">
              <a:spcBef>
                <a:spcPts val="0"/>
              </a:spcBef>
              <a:spcAft>
                <a:spcPts val="0"/>
              </a:spcAft>
              <a:buClr>
                <a:srgbClr val="000000"/>
              </a:buClr>
              <a:buSzPts val="3000"/>
              <a:buNone/>
              <a:defRPr>
                <a:solidFill>
                  <a:srgbClr val="000000"/>
                </a:solidFill>
              </a:defRPr>
            </a:lvl3pPr>
            <a:lvl4pPr lvl="3">
              <a:spcBef>
                <a:spcPts val="0"/>
              </a:spcBef>
              <a:spcAft>
                <a:spcPts val="0"/>
              </a:spcAft>
              <a:buClr>
                <a:srgbClr val="000000"/>
              </a:buClr>
              <a:buSzPts val="3000"/>
              <a:buNone/>
              <a:defRPr>
                <a:solidFill>
                  <a:srgbClr val="000000"/>
                </a:solidFill>
              </a:defRPr>
            </a:lvl4pPr>
            <a:lvl5pPr lvl="4">
              <a:spcBef>
                <a:spcPts val="0"/>
              </a:spcBef>
              <a:spcAft>
                <a:spcPts val="0"/>
              </a:spcAft>
              <a:buClr>
                <a:srgbClr val="000000"/>
              </a:buClr>
              <a:buSzPts val="3000"/>
              <a:buNone/>
              <a:defRPr>
                <a:solidFill>
                  <a:srgbClr val="000000"/>
                </a:solidFill>
              </a:defRPr>
            </a:lvl5pPr>
            <a:lvl6pPr lvl="5">
              <a:spcBef>
                <a:spcPts val="0"/>
              </a:spcBef>
              <a:spcAft>
                <a:spcPts val="0"/>
              </a:spcAft>
              <a:buClr>
                <a:srgbClr val="000000"/>
              </a:buClr>
              <a:buSzPts val="3000"/>
              <a:buNone/>
              <a:defRPr>
                <a:solidFill>
                  <a:srgbClr val="000000"/>
                </a:solidFill>
              </a:defRPr>
            </a:lvl6pPr>
            <a:lvl7pPr lvl="6">
              <a:spcBef>
                <a:spcPts val="0"/>
              </a:spcBef>
              <a:spcAft>
                <a:spcPts val="0"/>
              </a:spcAft>
              <a:buClr>
                <a:srgbClr val="000000"/>
              </a:buClr>
              <a:buSzPts val="3000"/>
              <a:buNone/>
              <a:defRPr>
                <a:solidFill>
                  <a:srgbClr val="000000"/>
                </a:solidFill>
              </a:defRPr>
            </a:lvl7pPr>
            <a:lvl8pPr lvl="7">
              <a:spcBef>
                <a:spcPts val="0"/>
              </a:spcBef>
              <a:spcAft>
                <a:spcPts val="0"/>
              </a:spcAft>
              <a:buClr>
                <a:srgbClr val="000000"/>
              </a:buClr>
              <a:buSzPts val="3000"/>
              <a:buNone/>
              <a:defRPr>
                <a:solidFill>
                  <a:srgbClr val="000000"/>
                </a:solidFill>
              </a:defRPr>
            </a:lvl8pPr>
            <a:lvl9pPr lvl="8">
              <a:spcBef>
                <a:spcPts val="0"/>
              </a:spcBef>
              <a:spcAft>
                <a:spcPts val="0"/>
              </a:spcAft>
              <a:buClr>
                <a:srgbClr val="000000"/>
              </a:buClr>
              <a:buSzPts val="3000"/>
              <a:buNone/>
              <a:defRPr>
                <a:solidFill>
                  <a:srgbClr val="000000"/>
                </a:solidFill>
              </a:defRPr>
            </a:lvl9pPr>
          </a:lstStyle>
          <a:p/>
        </p:txBody>
      </p:sp>
      <p:sp>
        <p:nvSpPr>
          <p:cNvPr id="62" name="Google Shape;62;p15"/>
          <p:cNvSpPr txBox="1"/>
          <p:nvPr>
            <p:ph idx="1" type="subTitle"/>
          </p:nvPr>
        </p:nvSpPr>
        <p:spPr>
          <a:xfrm flipH="1">
            <a:off x="1667175" y="2154225"/>
            <a:ext cx="2503200" cy="11700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Clr>
                <a:srgbClr val="000000"/>
              </a:buClr>
              <a:buSzPts val="1200"/>
              <a:buNone/>
              <a:defRPr>
                <a:solidFill>
                  <a:srgbClr val="434343"/>
                </a:solidFill>
              </a:defRPr>
            </a:lvl1pPr>
            <a:lvl2pPr lvl="1">
              <a:lnSpc>
                <a:spcPct val="100000"/>
              </a:lnSpc>
              <a:spcBef>
                <a:spcPts val="0"/>
              </a:spcBef>
              <a:spcAft>
                <a:spcPts val="0"/>
              </a:spcAft>
              <a:buClr>
                <a:srgbClr val="000000"/>
              </a:buClr>
              <a:buSzPts val="2800"/>
              <a:buNone/>
              <a:defRPr sz="2800">
                <a:solidFill>
                  <a:srgbClr val="000000"/>
                </a:solidFill>
              </a:defRPr>
            </a:lvl2pPr>
            <a:lvl3pPr lvl="2">
              <a:lnSpc>
                <a:spcPct val="100000"/>
              </a:lnSpc>
              <a:spcBef>
                <a:spcPts val="0"/>
              </a:spcBef>
              <a:spcAft>
                <a:spcPts val="0"/>
              </a:spcAft>
              <a:buClr>
                <a:srgbClr val="000000"/>
              </a:buClr>
              <a:buSzPts val="2800"/>
              <a:buNone/>
              <a:defRPr sz="2800">
                <a:solidFill>
                  <a:srgbClr val="000000"/>
                </a:solidFill>
              </a:defRPr>
            </a:lvl3pPr>
            <a:lvl4pPr lvl="3">
              <a:lnSpc>
                <a:spcPct val="100000"/>
              </a:lnSpc>
              <a:spcBef>
                <a:spcPts val="0"/>
              </a:spcBef>
              <a:spcAft>
                <a:spcPts val="0"/>
              </a:spcAft>
              <a:buClr>
                <a:srgbClr val="000000"/>
              </a:buClr>
              <a:buSzPts val="2800"/>
              <a:buNone/>
              <a:defRPr sz="2800">
                <a:solidFill>
                  <a:srgbClr val="000000"/>
                </a:solidFill>
              </a:defRPr>
            </a:lvl4pPr>
            <a:lvl5pPr lvl="4">
              <a:lnSpc>
                <a:spcPct val="100000"/>
              </a:lnSpc>
              <a:spcBef>
                <a:spcPts val="0"/>
              </a:spcBef>
              <a:spcAft>
                <a:spcPts val="0"/>
              </a:spcAft>
              <a:buClr>
                <a:srgbClr val="000000"/>
              </a:buClr>
              <a:buSzPts val="2800"/>
              <a:buNone/>
              <a:defRPr sz="2800">
                <a:solidFill>
                  <a:srgbClr val="000000"/>
                </a:solidFill>
              </a:defRPr>
            </a:lvl5pPr>
            <a:lvl6pPr lvl="5">
              <a:lnSpc>
                <a:spcPct val="100000"/>
              </a:lnSpc>
              <a:spcBef>
                <a:spcPts val="0"/>
              </a:spcBef>
              <a:spcAft>
                <a:spcPts val="0"/>
              </a:spcAft>
              <a:buClr>
                <a:srgbClr val="000000"/>
              </a:buClr>
              <a:buSzPts val="2800"/>
              <a:buNone/>
              <a:defRPr sz="2800">
                <a:solidFill>
                  <a:srgbClr val="000000"/>
                </a:solidFill>
              </a:defRPr>
            </a:lvl6pPr>
            <a:lvl7pPr lvl="6">
              <a:lnSpc>
                <a:spcPct val="100000"/>
              </a:lnSpc>
              <a:spcBef>
                <a:spcPts val="0"/>
              </a:spcBef>
              <a:spcAft>
                <a:spcPts val="0"/>
              </a:spcAft>
              <a:buClr>
                <a:srgbClr val="000000"/>
              </a:buClr>
              <a:buSzPts val="2800"/>
              <a:buNone/>
              <a:defRPr sz="2800">
                <a:solidFill>
                  <a:srgbClr val="000000"/>
                </a:solidFill>
              </a:defRPr>
            </a:lvl7pPr>
            <a:lvl8pPr lvl="7">
              <a:lnSpc>
                <a:spcPct val="100000"/>
              </a:lnSpc>
              <a:spcBef>
                <a:spcPts val="0"/>
              </a:spcBef>
              <a:spcAft>
                <a:spcPts val="0"/>
              </a:spcAft>
              <a:buClr>
                <a:srgbClr val="000000"/>
              </a:buClr>
              <a:buSzPts val="2800"/>
              <a:buNone/>
              <a:defRPr sz="2800">
                <a:solidFill>
                  <a:srgbClr val="000000"/>
                </a:solidFill>
              </a:defRPr>
            </a:lvl8pPr>
            <a:lvl9pPr lvl="8">
              <a:lnSpc>
                <a:spcPct val="100000"/>
              </a:lnSpc>
              <a:spcBef>
                <a:spcPts val="0"/>
              </a:spcBef>
              <a:spcAft>
                <a:spcPts val="0"/>
              </a:spcAft>
              <a:buClr>
                <a:srgbClr val="000000"/>
              </a:buClr>
              <a:buSzPts val="2800"/>
              <a:buNone/>
              <a:defRPr sz="2800">
                <a:solidFill>
                  <a:srgbClr val="000000"/>
                </a:solidFill>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
    <p:spTree>
      <p:nvGrpSpPr>
        <p:cNvPr id="63" name="Shape 63"/>
        <p:cNvGrpSpPr/>
        <p:nvPr/>
      </p:nvGrpSpPr>
      <p:grpSpPr>
        <a:xfrm>
          <a:off x="0" y="0"/>
          <a:ext cx="0" cy="0"/>
          <a:chOff x="0" y="0"/>
          <a:chExt cx="0" cy="0"/>
        </a:xfrm>
      </p:grpSpPr>
      <p:sp>
        <p:nvSpPr>
          <p:cNvPr id="64" name="Google Shape;64;p16"/>
          <p:cNvSpPr txBox="1"/>
          <p:nvPr>
            <p:ph type="ctrTitle"/>
          </p:nvPr>
        </p:nvSpPr>
        <p:spPr>
          <a:xfrm>
            <a:off x="5432000" y="710675"/>
            <a:ext cx="2888100" cy="2054100"/>
          </a:xfrm>
          <a:prstGeom prst="rect">
            <a:avLst/>
          </a:prstGeom>
        </p:spPr>
        <p:txBody>
          <a:bodyPr anchorCtr="0" anchor="b" bIns="91425" lIns="91425" spcFirstLastPara="1" rIns="91425" wrap="square" tIns="91425">
            <a:noAutofit/>
          </a:bodyPr>
          <a:lstStyle>
            <a:lvl1pPr lvl="0" algn="r">
              <a:spcBef>
                <a:spcPts val="0"/>
              </a:spcBef>
              <a:spcAft>
                <a:spcPts val="0"/>
              </a:spcAft>
              <a:buSzPts val="2800"/>
              <a:buNone/>
              <a:defRPr/>
            </a:lvl1pPr>
            <a:lvl2pPr lvl="1" algn="r">
              <a:spcBef>
                <a:spcPts val="0"/>
              </a:spcBef>
              <a:spcAft>
                <a:spcPts val="0"/>
              </a:spcAft>
              <a:buClr>
                <a:srgbClr val="000000"/>
              </a:buClr>
              <a:buSzPts val="1600"/>
              <a:buNone/>
              <a:defRPr sz="1600">
                <a:solidFill>
                  <a:srgbClr val="000000"/>
                </a:solidFill>
              </a:defRPr>
            </a:lvl2pPr>
            <a:lvl3pPr lvl="2" algn="r">
              <a:spcBef>
                <a:spcPts val="0"/>
              </a:spcBef>
              <a:spcAft>
                <a:spcPts val="0"/>
              </a:spcAft>
              <a:buClr>
                <a:srgbClr val="000000"/>
              </a:buClr>
              <a:buSzPts val="1600"/>
              <a:buNone/>
              <a:defRPr sz="1600">
                <a:solidFill>
                  <a:srgbClr val="000000"/>
                </a:solidFill>
              </a:defRPr>
            </a:lvl3pPr>
            <a:lvl4pPr lvl="3" algn="r">
              <a:spcBef>
                <a:spcPts val="0"/>
              </a:spcBef>
              <a:spcAft>
                <a:spcPts val="0"/>
              </a:spcAft>
              <a:buClr>
                <a:srgbClr val="000000"/>
              </a:buClr>
              <a:buSzPts val="1600"/>
              <a:buNone/>
              <a:defRPr sz="1600">
                <a:solidFill>
                  <a:srgbClr val="000000"/>
                </a:solidFill>
              </a:defRPr>
            </a:lvl4pPr>
            <a:lvl5pPr lvl="4" algn="r">
              <a:spcBef>
                <a:spcPts val="0"/>
              </a:spcBef>
              <a:spcAft>
                <a:spcPts val="0"/>
              </a:spcAft>
              <a:buClr>
                <a:srgbClr val="000000"/>
              </a:buClr>
              <a:buSzPts val="1600"/>
              <a:buNone/>
              <a:defRPr sz="1600">
                <a:solidFill>
                  <a:srgbClr val="000000"/>
                </a:solidFill>
              </a:defRPr>
            </a:lvl5pPr>
            <a:lvl6pPr lvl="5" algn="r">
              <a:spcBef>
                <a:spcPts val="0"/>
              </a:spcBef>
              <a:spcAft>
                <a:spcPts val="0"/>
              </a:spcAft>
              <a:buClr>
                <a:srgbClr val="000000"/>
              </a:buClr>
              <a:buSzPts val="1600"/>
              <a:buNone/>
              <a:defRPr sz="1600">
                <a:solidFill>
                  <a:srgbClr val="000000"/>
                </a:solidFill>
              </a:defRPr>
            </a:lvl6pPr>
            <a:lvl7pPr lvl="6" algn="r">
              <a:spcBef>
                <a:spcPts val="0"/>
              </a:spcBef>
              <a:spcAft>
                <a:spcPts val="0"/>
              </a:spcAft>
              <a:buClr>
                <a:srgbClr val="000000"/>
              </a:buClr>
              <a:buSzPts val="1600"/>
              <a:buNone/>
              <a:defRPr sz="1600">
                <a:solidFill>
                  <a:srgbClr val="000000"/>
                </a:solidFill>
              </a:defRPr>
            </a:lvl7pPr>
            <a:lvl8pPr lvl="7" algn="r">
              <a:spcBef>
                <a:spcPts val="0"/>
              </a:spcBef>
              <a:spcAft>
                <a:spcPts val="0"/>
              </a:spcAft>
              <a:buClr>
                <a:srgbClr val="000000"/>
              </a:buClr>
              <a:buSzPts val="1600"/>
              <a:buNone/>
              <a:defRPr sz="1600">
                <a:solidFill>
                  <a:srgbClr val="000000"/>
                </a:solidFill>
              </a:defRPr>
            </a:lvl8pPr>
            <a:lvl9pPr lvl="8" algn="r">
              <a:spcBef>
                <a:spcPts val="0"/>
              </a:spcBef>
              <a:spcAft>
                <a:spcPts val="0"/>
              </a:spcAft>
              <a:buClr>
                <a:srgbClr val="000000"/>
              </a:buClr>
              <a:buSzPts val="1600"/>
              <a:buNone/>
              <a:defRPr sz="1600">
                <a:solidFill>
                  <a:srgbClr val="000000"/>
                </a:solidFill>
              </a:defRPr>
            </a:lvl9pPr>
          </a:lstStyle>
          <a:p/>
        </p:txBody>
      </p:sp>
      <p:sp>
        <p:nvSpPr>
          <p:cNvPr id="65" name="Google Shape;65;p16"/>
          <p:cNvSpPr txBox="1"/>
          <p:nvPr>
            <p:ph idx="1" type="subTitle"/>
          </p:nvPr>
        </p:nvSpPr>
        <p:spPr>
          <a:xfrm>
            <a:off x="5363550" y="2724625"/>
            <a:ext cx="2956500" cy="17844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SzPts val="1200"/>
              <a:buNone/>
              <a:defRPr/>
            </a:lvl1pPr>
            <a:lvl2pPr lvl="1" algn="r">
              <a:lnSpc>
                <a:spcPct val="100000"/>
              </a:lnSpc>
              <a:spcBef>
                <a:spcPts val="0"/>
              </a:spcBef>
              <a:spcAft>
                <a:spcPts val="0"/>
              </a:spcAft>
              <a:buSzPts val="1200"/>
              <a:buNone/>
              <a:defRPr/>
            </a:lvl2pPr>
            <a:lvl3pPr lvl="2" algn="r">
              <a:lnSpc>
                <a:spcPct val="100000"/>
              </a:lnSpc>
              <a:spcBef>
                <a:spcPts val="0"/>
              </a:spcBef>
              <a:spcAft>
                <a:spcPts val="0"/>
              </a:spcAft>
              <a:buSzPts val="1200"/>
              <a:buNone/>
              <a:defRPr/>
            </a:lvl3pPr>
            <a:lvl4pPr lvl="3" algn="r">
              <a:lnSpc>
                <a:spcPct val="100000"/>
              </a:lnSpc>
              <a:spcBef>
                <a:spcPts val="0"/>
              </a:spcBef>
              <a:spcAft>
                <a:spcPts val="0"/>
              </a:spcAft>
              <a:buSzPts val="1200"/>
              <a:buNone/>
              <a:defRPr/>
            </a:lvl4pPr>
            <a:lvl5pPr lvl="4" algn="r">
              <a:lnSpc>
                <a:spcPct val="100000"/>
              </a:lnSpc>
              <a:spcBef>
                <a:spcPts val="0"/>
              </a:spcBef>
              <a:spcAft>
                <a:spcPts val="0"/>
              </a:spcAft>
              <a:buSzPts val="1200"/>
              <a:buNone/>
              <a:defRPr/>
            </a:lvl5pPr>
            <a:lvl6pPr lvl="5" algn="r">
              <a:lnSpc>
                <a:spcPct val="100000"/>
              </a:lnSpc>
              <a:spcBef>
                <a:spcPts val="0"/>
              </a:spcBef>
              <a:spcAft>
                <a:spcPts val="0"/>
              </a:spcAft>
              <a:buSzPts val="1200"/>
              <a:buNone/>
              <a:defRPr/>
            </a:lvl6pPr>
            <a:lvl7pPr lvl="6" algn="r">
              <a:lnSpc>
                <a:spcPct val="100000"/>
              </a:lnSpc>
              <a:spcBef>
                <a:spcPts val="0"/>
              </a:spcBef>
              <a:spcAft>
                <a:spcPts val="0"/>
              </a:spcAft>
              <a:buSzPts val="1200"/>
              <a:buNone/>
              <a:defRPr/>
            </a:lvl7pPr>
            <a:lvl8pPr lvl="7" algn="r">
              <a:lnSpc>
                <a:spcPct val="100000"/>
              </a:lnSpc>
              <a:spcBef>
                <a:spcPts val="0"/>
              </a:spcBef>
              <a:spcAft>
                <a:spcPts val="0"/>
              </a:spcAft>
              <a:buSzPts val="1200"/>
              <a:buNone/>
              <a:defRPr/>
            </a:lvl8pPr>
            <a:lvl9pPr lvl="8" algn="r">
              <a:lnSpc>
                <a:spcPct val="100000"/>
              </a:lnSpc>
              <a:spcBef>
                <a:spcPts val="0"/>
              </a:spcBef>
              <a:spcAft>
                <a:spcPts val="0"/>
              </a:spcAft>
              <a:buSzPts val="12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1">
    <p:spTree>
      <p:nvGrpSpPr>
        <p:cNvPr id="66" name="Shape 66"/>
        <p:cNvGrpSpPr/>
        <p:nvPr/>
      </p:nvGrpSpPr>
      <p:grpSpPr>
        <a:xfrm>
          <a:off x="0" y="0"/>
          <a:ext cx="0" cy="0"/>
          <a:chOff x="0" y="0"/>
          <a:chExt cx="0" cy="0"/>
        </a:xfrm>
      </p:grpSpPr>
      <p:sp>
        <p:nvSpPr>
          <p:cNvPr id="67" name="Google Shape;67;p17"/>
          <p:cNvSpPr txBox="1"/>
          <p:nvPr>
            <p:ph type="title"/>
          </p:nvPr>
        </p:nvSpPr>
        <p:spPr>
          <a:xfrm>
            <a:off x="5553850" y="1313850"/>
            <a:ext cx="2630400" cy="1080300"/>
          </a:xfrm>
          <a:prstGeom prst="rect">
            <a:avLst/>
          </a:prstGeom>
        </p:spPr>
        <p:txBody>
          <a:bodyPr anchorCtr="0" anchor="b" bIns="91425" lIns="91425" spcFirstLastPara="1" rIns="91425" wrap="square" tIns="91425">
            <a:noAutofit/>
          </a:bodyPr>
          <a:lstStyle>
            <a:lvl1pPr lvl="0" rtl="0" algn="r">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8" name="Google Shape;68;p17"/>
          <p:cNvSpPr txBox="1"/>
          <p:nvPr>
            <p:ph idx="1" type="subTitle"/>
          </p:nvPr>
        </p:nvSpPr>
        <p:spPr>
          <a:xfrm>
            <a:off x="5553975" y="2317950"/>
            <a:ext cx="2630400" cy="10803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1600"/>
              </a:spcBef>
              <a:spcAft>
                <a:spcPts val="0"/>
              </a:spcAft>
              <a:buSzPts val="1200"/>
              <a:buNone/>
              <a:defRPr/>
            </a:lvl3pPr>
            <a:lvl4pPr lvl="3" rtl="0" algn="ctr">
              <a:lnSpc>
                <a:spcPct val="100000"/>
              </a:lnSpc>
              <a:spcBef>
                <a:spcPts val="1600"/>
              </a:spcBef>
              <a:spcAft>
                <a:spcPts val="0"/>
              </a:spcAft>
              <a:buSzPts val="1200"/>
              <a:buNone/>
              <a:defRPr/>
            </a:lvl4pPr>
            <a:lvl5pPr lvl="4" rtl="0" algn="ctr">
              <a:lnSpc>
                <a:spcPct val="100000"/>
              </a:lnSpc>
              <a:spcBef>
                <a:spcPts val="1600"/>
              </a:spcBef>
              <a:spcAft>
                <a:spcPts val="0"/>
              </a:spcAft>
              <a:buSzPts val="1200"/>
              <a:buNone/>
              <a:defRPr/>
            </a:lvl5pPr>
            <a:lvl6pPr lvl="5" rtl="0" algn="ctr">
              <a:lnSpc>
                <a:spcPct val="100000"/>
              </a:lnSpc>
              <a:spcBef>
                <a:spcPts val="1600"/>
              </a:spcBef>
              <a:spcAft>
                <a:spcPts val="0"/>
              </a:spcAft>
              <a:buSzPts val="1200"/>
              <a:buNone/>
              <a:defRPr/>
            </a:lvl6pPr>
            <a:lvl7pPr lvl="6" rtl="0" algn="ctr">
              <a:lnSpc>
                <a:spcPct val="100000"/>
              </a:lnSpc>
              <a:spcBef>
                <a:spcPts val="1600"/>
              </a:spcBef>
              <a:spcAft>
                <a:spcPts val="0"/>
              </a:spcAft>
              <a:buSzPts val="1200"/>
              <a:buNone/>
              <a:defRPr/>
            </a:lvl7pPr>
            <a:lvl8pPr lvl="7" rtl="0" algn="ctr">
              <a:lnSpc>
                <a:spcPct val="100000"/>
              </a:lnSpc>
              <a:spcBef>
                <a:spcPts val="1600"/>
              </a:spcBef>
              <a:spcAft>
                <a:spcPts val="0"/>
              </a:spcAft>
              <a:buSzPts val="1200"/>
              <a:buNone/>
              <a:defRPr/>
            </a:lvl8pPr>
            <a:lvl9pPr lvl="8" rtl="0" algn="ctr">
              <a:lnSpc>
                <a:spcPct val="100000"/>
              </a:lnSpc>
              <a:spcBef>
                <a:spcPts val="1600"/>
              </a:spcBef>
              <a:spcAft>
                <a:spcPts val="1600"/>
              </a:spcAft>
              <a:buSzPts val="12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4_2">
    <p:spTree>
      <p:nvGrpSpPr>
        <p:cNvPr id="69" name="Shape 69"/>
        <p:cNvGrpSpPr/>
        <p:nvPr/>
      </p:nvGrpSpPr>
      <p:grpSpPr>
        <a:xfrm>
          <a:off x="0" y="0"/>
          <a:ext cx="0" cy="0"/>
          <a:chOff x="0" y="0"/>
          <a:chExt cx="0" cy="0"/>
        </a:xfrm>
      </p:grpSpPr>
      <p:sp>
        <p:nvSpPr>
          <p:cNvPr id="70" name="Google Shape;70;p18"/>
          <p:cNvSpPr txBox="1"/>
          <p:nvPr>
            <p:ph idx="1" type="subTitle"/>
          </p:nvPr>
        </p:nvSpPr>
        <p:spPr>
          <a:xfrm>
            <a:off x="2117847" y="3380460"/>
            <a:ext cx="2951400" cy="2952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71" name="Google Shape;71;p18"/>
          <p:cNvSpPr txBox="1"/>
          <p:nvPr>
            <p:ph type="ctrTitle"/>
          </p:nvPr>
        </p:nvSpPr>
        <p:spPr>
          <a:xfrm rot="-5400000">
            <a:off x="-343101" y="1759150"/>
            <a:ext cx="2888100" cy="897900"/>
          </a:xfrm>
          <a:prstGeom prst="rect">
            <a:avLst/>
          </a:prstGeom>
        </p:spPr>
        <p:txBody>
          <a:bodyPr anchorCtr="0" anchor="b" bIns="91425" lIns="91425" spcFirstLastPara="1" rIns="91425" wrap="square" tIns="91425">
            <a:noAutofit/>
          </a:bodyPr>
          <a:lstStyle>
            <a:lvl1pPr lvl="0" algn="r">
              <a:spcBef>
                <a:spcPts val="0"/>
              </a:spcBef>
              <a:spcAft>
                <a:spcPts val="0"/>
              </a:spcAft>
              <a:buSzPts val="2800"/>
              <a:buNone/>
              <a:defRPr/>
            </a:lvl1pPr>
            <a:lvl2pPr lvl="1" algn="r">
              <a:spcBef>
                <a:spcPts val="0"/>
              </a:spcBef>
              <a:spcAft>
                <a:spcPts val="0"/>
              </a:spcAft>
              <a:buClr>
                <a:srgbClr val="000000"/>
              </a:buClr>
              <a:buSzPts val="1600"/>
              <a:buNone/>
              <a:defRPr sz="1600">
                <a:solidFill>
                  <a:srgbClr val="000000"/>
                </a:solidFill>
              </a:defRPr>
            </a:lvl2pPr>
            <a:lvl3pPr lvl="2" algn="r">
              <a:spcBef>
                <a:spcPts val="0"/>
              </a:spcBef>
              <a:spcAft>
                <a:spcPts val="0"/>
              </a:spcAft>
              <a:buClr>
                <a:srgbClr val="000000"/>
              </a:buClr>
              <a:buSzPts val="1600"/>
              <a:buNone/>
              <a:defRPr sz="1600">
                <a:solidFill>
                  <a:srgbClr val="000000"/>
                </a:solidFill>
              </a:defRPr>
            </a:lvl3pPr>
            <a:lvl4pPr lvl="3" algn="r">
              <a:spcBef>
                <a:spcPts val="0"/>
              </a:spcBef>
              <a:spcAft>
                <a:spcPts val="0"/>
              </a:spcAft>
              <a:buClr>
                <a:srgbClr val="000000"/>
              </a:buClr>
              <a:buSzPts val="1600"/>
              <a:buNone/>
              <a:defRPr sz="1600">
                <a:solidFill>
                  <a:srgbClr val="000000"/>
                </a:solidFill>
              </a:defRPr>
            </a:lvl4pPr>
            <a:lvl5pPr lvl="4" algn="r">
              <a:spcBef>
                <a:spcPts val="0"/>
              </a:spcBef>
              <a:spcAft>
                <a:spcPts val="0"/>
              </a:spcAft>
              <a:buClr>
                <a:srgbClr val="000000"/>
              </a:buClr>
              <a:buSzPts val="1600"/>
              <a:buNone/>
              <a:defRPr sz="1600">
                <a:solidFill>
                  <a:srgbClr val="000000"/>
                </a:solidFill>
              </a:defRPr>
            </a:lvl5pPr>
            <a:lvl6pPr lvl="5" algn="r">
              <a:spcBef>
                <a:spcPts val="0"/>
              </a:spcBef>
              <a:spcAft>
                <a:spcPts val="0"/>
              </a:spcAft>
              <a:buClr>
                <a:srgbClr val="000000"/>
              </a:buClr>
              <a:buSzPts val="1600"/>
              <a:buNone/>
              <a:defRPr sz="1600">
                <a:solidFill>
                  <a:srgbClr val="000000"/>
                </a:solidFill>
              </a:defRPr>
            </a:lvl6pPr>
            <a:lvl7pPr lvl="6" algn="r">
              <a:spcBef>
                <a:spcPts val="0"/>
              </a:spcBef>
              <a:spcAft>
                <a:spcPts val="0"/>
              </a:spcAft>
              <a:buClr>
                <a:srgbClr val="000000"/>
              </a:buClr>
              <a:buSzPts val="1600"/>
              <a:buNone/>
              <a:defRPr sz="1600">
                <a:solidFill>
                  <a:srgbClr val="000000"/>
                </a:solidFill>
              </a:defRPr>
            </a:lvl7pPr>
            <a:lvl8pPr lvl="7" algn="r">
              <a:spcBef>
                <a:spcPts val="0"/>
              </a:spcBef>
              <a:spcAft>
                <a:spcPts val="0"/>
              </a:spcAft>
              <a:buClr>
                <a:srgbClr val="000000"/>
              </a:buClr>
              <a:buSzPts val="1600"/>
              <a:buNone/>
              <a:defRPr sz="1600">
                <a:solidFill>
                  <a:srgbClr val="000000"/>
                </a:solidFill>
              </a:defRPr>
            </a:lvl8pPr>
            <a:lvl9pPr lvl="8" algn="r">
              <a:spcBef>
                <a:spcPts val="0"/>
              </a:spcBef>
              <a:spcAft>
                <a:spcPts val="0"/>
              </a:spcAft>
              <a:buClr>
                <a:srgbClr val="000000"/>
              </a:buClr>
              <a:buSzPts val="1600"/>
              <a:buNone/>
              <a:defRPr sz="1600">
                <a:solidFill>
                  <a:srgbClr val="000000"/>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4_2_1">
    <p:spTree>
      <p:nvGrpSpPr>
        <p:cNvPr id="72" name="Shape 72"/>
        <p:cNvGrpSpPr/>
        <p:nvPr/>
      </p:nvGrpSpPr>
      <p:grpSpPr>
        <a:xfrm>
          <a:off x="0" y="0"/>
          <a:ext cx="0" cy="0"/>
          <a:chOff x="0" y="0"/>
          <a:chExt cx="0" cy="0"/>
        </a:xfrm>
      </p:grpSpPr>
      <p:sp>
        <p:nvSpPr>
          <p:cNvPr id="73" name="Google Shape;73;p19"/>
          <p:cNvSpPr txBox="1"/>
          <p:nvPr>
            <p:ph idx="1" type="subTitle"/>
          </p:nvPr>
        </p:nvSpPr>
        <p:spPr>
          <a:xfrm flipH="1">
            <a:off x="4189625" y="3380460"/>
            <a:ext cx="2951400" cy="2952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74" name="Google Shape;74;p19"/>
          <p:cNvSpPr txBox="1"/>
          <p:nvPr>
            <p:ph type="ctrTitle"/>
          </p:nvPr>
        </p:nvSpPr>
        <p:spPr>
          <a:xfrm rot="5400000">
            <a:off x="6612409" y="1752564"/>
            <a:ext cx="2888100" cy="897900"/>
          </a:xfrm>
          <a:prstGeom prst="rect">
            <a:avLst/>
          </a:prstGeom>
        </p:spPr>
        <p:txBody>
          <a:bodyPr anchorCtr="0" anchor="b"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Clr>
                <a:srgbClr val="000000"/>
              </a:buClr>
              <a:buSzPts val="1600"/>
              <a:buNone/>
              <a:defRPr sz="1600">
                <a:solidFill>
                  <a:srgbClr val="000000"/>
                </a:solidFill>
              </a:defRPr>
            </a:lvl2pPr>
            <a:lvl3pPr lvl="2">
              <a:spcBef>
                <a:spcPts val="0"/>
              </a:spcBef>
              <a:spcAft>
                <a:spcPts val="0"/>
              </a:spcAft>
              <a:buClr>
                <a:srgbClr val="000000"/>
              </a:buClr>
              <a:buSzPts val="1600"/>
              <a:buNone/>
              <a:defRPr sz="1600">
                <a:solidFill>
                  <a:srgbClr val="000000"/>
                </a:solidFill>
              </a:defRPr>
            </a:lvl3pPr>
            <a:lvl4pPr lvl="3">
              <a:spcBef>
                <a:spcPts val="0"/>
              </a:spcBef>
              <a:spcAft>
                <a:spcPts val="0"/>
              </a:spcAft>
              <a:buClr>
                <a:srgbClr val="000000"/>
              </a:buClr>
              <a:buSzPts val="1600"/>
              <a:buNone/>
              <a:defRPr sz="1600">
                <a:solidFill>
                  <a:srgbClr val="000000"/>
                </a:solidFill>
              </a:defRPr>
            </a:lvl4pPr>
            <a:lvl5pPr lvl="4">
              <a:spcBef>
                <a:spcPts val="0"/>
              </a:spcBef>
              <a:spcAft>
                <a:spcPts val="0"/>
              </a:spcAft>
              <a:buClr>
                <a:srgbClr val="000000"/>
              </a:buClr>
              <a:buSzPts val="1600"/>
              <a:buNone/>
              <a:defRPr sz="1600">
                <a:solidFill>
                  <a:srgbClr val="000000"/>
                </a:solidFill>
              </a:defRPr>
            </a:lvl5pPr>
            <a:lvl6pPr lvl="5">
              <a:spcBef>
                <a:spcPts val="0"/>
              </a:spcBef>
              <a:spcAft>
                <a:spcPts val="0"/>
              </a:spcAft>
              <a:buClr>
                <a:srgbClr val="000000"/>
              </a:buClr>
              <a:buSzPts val="1600"/>
              <a:buNone/>
              <a:defRPr sz="1600">
                <a:solidFill>
                  <a:srgbClr val="000000"/>
                </a:solidFill>
              </a:defRPr>
            </a:lvl6pPr>
            <a:lvl7pPr lvl="6">
              <a:spcBef>
                <a:spcPts val="0"/>
              </a:spcBef>
              <a:spcAft>
                <a:spcPts val="0"/>
              </a:spcAft>
              <a:buClr>
                <a:srgbClr val="000000"/>
              </a:buClr>
              <a:buSzPts val="1600"/>
              <a:buNone/>
              <a:defRPr sz="1600">
                <a:solidFill>
                  <a:srgbClr val="000000"/>
                </a:solidFill>
              </a:defRPr>
            </a:lvl7pPr>
            <a:lvl8pPr lvl="7">
              <a:spcBef>
                <a:spcPts val="0"/>
              </a:spcBef>
              <a:spcAft>
                <a:spcPts val="0"/>
              </a:spcAft>
              <a:buClr>
                <a:srgbClr val="000000"/>
              </a:buClr>
              <a:buSzPts val="1600"/>
              <a:buNone/>
              <a:defRPr sz="1600">
                <a:solidFill>
                  <a:srgbClr val="000000"/>
                </a:solidFill>
              </a:defRPr>
            </a:lvl8pPr>
            <a:lvl9pPr lvl="8">
              <a:spcBef>
                <a:spcPts val="0"/>
              </a:spcBef>
              <a:spcAft>
                <a:spcPts val="0"/>
              </a:spcAft>
              <a:buClr>
                <a:srgbClr val="000000"/>
              </a:buClr>
              <a:buSzPts val="1600"/>
              <a:buNone/>
              <a:defRPr sz="1600">
                <a:solidFill>
                  <a:srgbClr val="000000"/>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4_2_1_1">
    <p:spTree>
      <p:nvGrpSpPr>
        <p:cNvPr id="75" name="Shape 75"/>
        <p:cNvGrpSpPr/>
        <p:nvPr/>
      </p:nvGrpSpPr>
      <p:grpSpPr>
        <a:xfrm>
          <a:off x="0" y="0"/>
          <a:ext cx="0" cy="0"/>
          <a:chOff x="0" y="0"/>
          <a:chExt cx="0" cy="0"/>
        </a:xfrm>
      </p:grpSpPr>
      <p:sp>
        <p:nvSpPr>
          <p:cNvPr id="76" name="Google Shape;76;p20"/>
          <p:cNvSpPr txBox="1"/>
          <p:nvPr>
            <p:ph type="ctrTitle"/>
          </p:nvPr>
        </p:nvSpPr>
        <p:spPr>
          <a:xfrm>
            <a:off x="831200" y="376498"/>
            <a:ext cx="3867300" cy="2054100"/>
          </a:xfrm>
          <a:prstGeom prst="rect">
            <a:avLst/>
          </a:prstGeom>
        </p:spPr>
        <p:txBody>
          <a:bodyPr anchorCtr="0" anchor="b"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Clr>
                <a:srgbClr val="FFFFFF"/>
              </a:buClr>
              <a:buSzPts val="1600"/>
              <a:buNone/>
              <a:defRPr sz="1600">
                <a:solidFill>
                  <a:srgbClr val="FFFFFF"/>
                </a:solidFill>
              </a:defRPr>
            </a:lvl2pPr>
            <a:lvl3pPr lvl="2">
              <a:spcBef>
                <a:spcPts val="0"/>
              </a:spcBef>
              <a:spcAft>
                <a:spcPts val="0"/>
              </a:spcAft>
              <a:buClr>
                <a:srgbClr val="FFFFFF"/>
              </a:buClr>
              <a:buSzPts val="1600"/>
              <a:buNone/>
              <a:defRPr sz="1600">
                <a:solidFill>
                  <a:srgbClr val="FFFFFF"/>
                </a:solidFill>
              </a:defRPr>
            </a:lvl3pPr>
            <a:lvl4pPr lvl="3">
              <a:spcBef>
                <a:spcPts val="0"/>
              </a:spcBef>
              <a:spcAft>
                <a:spcPts val="0"/>
              </a:spcAft>
              <a:buClr>
                <a:srgbClr val="FFFFFF"/>
              </a:buClr>
              <a:buSzPts val="1600"/>
              <a:buNone/>
              <a:defRPr sz="1600">
                <a:solidFill>
                  <a:srgbClr val="FFFFFF"/>
                </a:solidFill>
              </a:defRPr>
            </a:lvl4pPr>
            <a:lvl5pPr lvl="4">
              <a:spcBef>
                <a:spcPts val="0"/>
              </a:spcBef>
              <a:spcAft>
                <a:spcPts val="0"/>
              </a:spcAft>
              <a:buClr>
                <a:srgbClr val="FFFFFF"/>
              </a:buClr>
              <a:buSzPts val="1600"/>
              <a:buNone/>
              <a:defRPr sz="1600">
                <a:solidFill>
                  <a:srgbClr val="FFFFFF"/>
                </a:solidFill>
              </a:defRPr>
            </a:lvl5pPr>
            <a:lvl6pPr lvl="5">
              <a:spcBef>
                <a:spcPts val="0"/>
              </a:spcBef>
              <a:spcAft>
                <a:spcPts val="0"/>
              </a:spcAft>
              <a:buClr>
                <a:srgbClr val="FFFFFF"/>
              </a:buClr>
              <a:buSzPts val="1600"/>
              <a:buNone/>
              <a:defRPr sz="1600">
                <a:solidFill>
                  <a:srgbClr val="FFFFFF"/>
                </a:solidFill>
              </a:defRPr>
            </a:lvl6pPr>
            <a:lvl7pPr lvl="6">
              <a:spcBef>
                <a:spcPts val="0"/>
              </a:spcBef>
              <a:spcAft>
                <a:spcPts val="0"/>
              </a:spcAft>
              <a:buClr>
                <a:srgbClr val="FFFFFF"/>
              </a:buClr>
              <a:buSzPts val="1600"/>
              <a:buNone/>
              <a:defRPr sz="1600">
                <a:solidFill>
                  <a:srgbClr val="FFFFFF"/>
                </a:solidFill>
              </a:defRPr>
            </a:lvl7pPr>
            <a:lvl8pPr lvl="7">
              <a:spcBef>
                <a:spcPts val="0"/>
              </a:spcBef>
              <a:spcAft>
                <a:spcPts val="0"/>
              </a:spcAft>
              <a:buClr>
                <a:srgbClr val="FFFFFF"/>
              </a:buClr>
              <a:buSzPts val="1600"/>
              <a:buNone/>
              <a:defRPr sz="1600">
                <a:solidFill>
                  <a:srgbClr val="FFFFFF"/>
                </a:solidFill>
              </a:defRPr>
            </a:lvl8pPr>
            <a:lvl9pPr lvl="8">
              <a:spcBef>
                <a:spcPts val="0"/>
              </a:spcBef>
              <a:spcAft>
                <a:spcPts val="0"/>
              </a:spcAft>
              <a:buClr>
                <a:srgbClr val="FFFFFF"/>
              </a:buClr>
              <a:buSzPts val="1600"/>
              <a:buNone/>
              <a:defRPr sz="1600">
                <a:solidFill>
                  <a:srgbClr val="FFFFFF"/>
                </a:solidFill>
              </a:defRPr>
            </a:lvl9pPr>
          </a:lstStyle>
          <a:p/>
        </p:txBody>
      </p:sp>
      <p:sp>
        <p:nvSpPr>
          <p:cNvPr id="77" name="Google Shape;77;p20"/>
          <p:cNvSpPr txBox="1"/>
          <p:nvPr>
            <p:ph idx="1" type="subTitle"/>
          </p:nvPr>
        </p:nvSpPr>
        <p:spPr>
          <a:xfrm>
            <a:off x="831200" y="2314225"/>
            <a:ext cx="3081600" cy="1784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200"/>
              <a:buNone/>
              <a:defRPr/>
            </a:lvl1pPr>
            <a:lvl2pPr lvl="1">
              <a:lnSpc>
                <a:spcPct val="100000"/>
              </a:lnSpc>
              <a:spcBef>
                <a:spcPts val="0"/>
              </a:spcBef>
              <a:spcAft>
                <a:spcPts val="0"/>
              </a:spcAft>
              <a:buClr>
                <a:srgbClr val="FFFFFF"/>
              </a:buClr>
              <a:buSzPts val="1200"/>
              <a:buNone/>
              <a:defRPr>
                <a:solidFill>
                  <a:srgbClr val="FFFFFF"/>
                </a:solidFill>
              </a:defRPr>
            </a:lvl2pPr>
            <a:lvl3pPr lvl="2">
              <a:lnSpc>
                <a:spcPct val="100000"/>
              </a:lnSpc>
              <a:spcBef>
                <a:spcPts val="0"/>
              </a:spcBef>
              <a:spcAft>
                <a:spcPts val="0"/>
              </a:spcAft>
              <a:buClr>
                <a:srgbClr val="FFFFFF"/>
              </a:buClr>
              <a:buSzPts val="1200"/>
              <a:buNone/>
              <a:defRPr>
                <a:solidFill>
                  <a:srgbClr val="FFFFFF"/>
                </a:solidFill>
              </a:defRPr>
            </a:lvl3pPr>
            <a:lvl4pPr lvl="3">
              <a:lnSpc>
                <a:spcPct val="100000"/>
              </a:lnSpc>
              <a:spcBef>
                <a:spcPts val="0"/>
              </a:spcBef>
              <a:spcAft>
                <a:spcPts val="0"/>
              </a:spcAft>
              <a:buClr>
                <a:srgbClr val="FFFFFF"/>
              </a:buClr>
              <a:buSzPts val="1200"/>
              <a:buNone/>
              <a:defRPr>
                <a:solidFill>
                  <a:srgbClr val="FFFFFF"/>
                </a:solidFill>
              </a:defRPr>
            </a:lvl4pPr>
            <a:lvl5pPr lvl="4">
              <a:lnSpc>
                <a:spcPct val="100000"/>
              </a:lnSpc>
              <a:spcBef>
                <a:spcPts val="0"/>
              </a:spcBef>
              <a:spcAft>
                <a:spcPts val="0"/>
              </a:spcAft>
              <a:buClr>
                <a:srgbClr val="FFFFFF"/>
              </a:buClr>
              <a:buSzPts val="1200"/>
              <a:buNone/>
              <a:defRPr>
                <a:solidFill>
                  <a:srgbClr val="FFFFFF"/>
                </a:solidFill>
              </a:defRPr>
            </a:lvl5pPr>
            <a:lvl6pPr lvl="5">
              <a:lnSpc>
                <a:spcPct val="100000"/>
              </a:lnSpc>
              <a:spcBef>
                <a:spcPts val="0"/>
              </a:spcBef>
              <a:spcAft>
                <a:spcPts val="0"/>
              </a:spcAft>
              <a:buClr>
                <a:srgbClr val="FFFFFF"/>
              </a:buClr>
              <a:buSzPts val="1200"/>
              <a:buNone/>
              <a:defRPr>
                <a:solidFill>
                  <a:srgbClr val="FFFFFF"/>
                </a:solidFill>
              </a:defRPr>
            </a:lvl6pPr>
            <a:lvl7pPr lvl="6">
              <a:lnSpc>
                <a:spcPct val="100000"/>
              </a:lnSpc>
              <a:spcBef>
                <a:spcPts val="0"/>
              </a:spcBef>
              <a:spcAft>
                <a:spcPts val="0"/>
              </a:spcAft>
              <a:buClr>
                <a:srgbClr val="FFFFFF"/>
              </a:buClr>
              <a:buSzPts val="1200"/>
              <a:buNone/>
              <a:defRPr>
                <a:solidFill>
                  <a:srgbClr val="FFFFFF"/>
                </a:solidFill>
              </a:defRPr>
            </a:lvl7pPr>
            <a:lvl8pPr lvl="7">
              <a:lnSpc>
                <a:spcPct val="100000"/>
              </a:lnSpc>
              <a:spcBef>
                <a:spcPts val="0"/>
              </a:spcBef>
              <a:spcAft>
                <a:spcPts val="0"/>
              </a:spcAft>
              <a:buClr>
                <a:srgbClr val="FFFFFF"/>
              </a:buClr>
              <a:buSzPts val="1200"/>
              <a:buNone/>
              <a:defRPr>
                <a:solidFill>
                  <a:srgbClr val="FFFFFF"/>
                </a:solidFill>
              </a:defRPr>
            </a:lvl8pPr>
            <a:lvl9pPr lvl="8">
              <a:lnSpc>
                <a:spcPct val="100000"/>
              </a:lnSpc>
              <a:spcBef>
                <a:spcPts val="0"/>
              </a:spcBef>
              <a:spcAft>
                <a:spcPts val="0"/>
              </a:spcAft>
              <a:buClr>
                <a:srgbClr val="FFFFFF"/>
              </a:buClr>
              <a:buSzPts val="1200"/>
              <a:buNone/>
              <a:defRPr>
                <a:solidFill>
                  <a:srgbClr val="FFFFFF"/>
                </a:solidFill>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6">
  <p:cSld name="CUSTOM_4_2_1_1_1">
    <p:spTree>
      <p:nvGrpSpPr>
        <p:cNvPr id="78" name="Shape 78"/>
        <p:cNvGrpSpPr/>
        <p:nvPr/>
      </p:nvGrpSpPr>
      <p:grpSpPr>
        <a:xfrm>
          <a:off x="0" y="0"/>
          <a:ext cx="0" cy="0"/>
          <a:chOff x="0" y="0"/>
          <a:chExt cx="0" cy="0"/>
        </a:xfrm>
      </p:grpSpPr>
      <p:sp>
        <p:nvSpPr>
          <p:cNvPr id="79" name="Google Shape;79;p21"/>
          <p:cNvSpPr txBox="1"/>
          <p:nvPr>
            <p:ph idx="1" type="body"/>
          </p:nvPr>
        </p:nvSpPr>
        <p:spPr>
          <a:xfrm>
            <a:off x="642050" y="540000"/>
            <a:ext cx="2649600" cy="30357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Clr>
                <a:schemeClr val="accent1"/>
              </a:buClr>
              <a:buSzPts val="1200"/>
              <a:buChar char="●"/>
              <a:defRPr sz="1000">
                <a:solidFill>
                  <a:srgbClr val="000000"/>
                </a:solidFill>
              </a:defRPr>
            </a:lvl1pPr>
            <a:lvl2pPr indent="-304800" lvl="1" marL="914400">
              <a:spcBef>
                <a:spcPts val="1600"/>
              </a:spcBef>
              <a:spcAft>
                <a:spcPts val="0"/>
              </a:spcAft>
              <a:buClr>
                <a:srgbClr val="000000"/>
              </a:buClr>
              <a:buSzPts val="1200"/>
              <a:buChar char="○"/>
              <a:defRPr>
                <a:solidFill>
                  <a:srgbClr val="000000"/>
                </a:solidFill>
              </a:defRPr>
            </a:lvl2pPr>
            <a:lvl3pPr indent="-304800" lvl="2" marL="1371600">
              <a:spcBef>
                <a:spcPts val="1600"/>
              </a:spcBef>
              <a:spcAft>
                <a:spcPts val="0"/>
              </a:spcAft>
              <a:buClr>
                <a:srgbClr val="000000"/>
              </a:buClr>
              <a:buSzPts val="1200"/>
              <a:buChar char="■"/>
              <a:defRPr>
                <a:solidFill>
                  <a:srgbClr val="000000"/>
                </a:solidFill>
              </a:defRPr>
            </a:lvl3pPr>
            <a:lvl4pPr indent="-304800" lvl="3" marL="1828800">
              <a:spcBef>
                <a:spcPts val="1600"/>
              </a:spcBef>
              <a:spcAft>
                <a:spcPts val="0"/>
              </a:spcAft>
              <a:buClr>
                <a:srgbClr val="000000"/>
              </a:buClr>
              <a:buSzPts val="1200"/>
              <a:buChar char="●"/>
              <a:defRPr>
                <a:solidFill>
                  <a:srgbClr val="000000"/>
                </a:solidFill>
              </a:defRPr>
            </a:lvl4pPr>
            <a:lvl5pPr indent="-304800" lvl="4" marL="2286000">
              <a:spcBef>
                <a:spcPts val="1600"/>
              </a:spcBef>
              <a:spcAft>
                <a:spcPts val="0"/>
              </a:spcAft>
              <a:buClr>
                <a:srgbClr val="000000"/>
              </a:buClr>
              <a:buSzPts val="1200"/>
              <a:buChar char="○"/>
              <a:defRPr>
                <a:solidFill>
                  <a:srgbClr val="000000"/>
                </a:solidFill>
              </a:defRPr>
            </a:lvl5pPr>
            <a:lvl6pPr indent="-304800" lvl="5" marL="2743200">
              <a:spcBef>
                <a:spcPts val="1600"/>
              </a:spcBef>
              <a:spcAft>
                <a:spcPts val="0"/>
              </a:spcAft>
              <a:buClr>
                <a:srgbClr val="000000"/>
              </a:buClr>
              <a:buSzPts val="1200"/>
              <a:buChar char="■"/>
              <a:defRPr>
                <a:solidFill>
                  <a:srgbClr val="000000"/>
                </a:solidFill>
              </a:defRPr>
            </a:lvl6pPr>
            <a:lvl7pPr indent="-304800" lvl="6" marL="3200400">
              <a:spcBef>
                <a:spcPts val="1600"/>
              </a:spcBef>
              <a:spcAft>
                <a:spcPts val="0"/>
              </a:spcAft>
              <a:buClr>
                <a:srgbClr val="000000"/>
              </a:buClr>
              <a:buSzPts val="1200"/>
              <a:buChar char="●"/>
              <a:defRPr>
                <a:solidFill>
                  <a:srgbClr val="000000"/>
                </a:solidFill>
              </a:defRPr>
            </a:lvl7pPr>
            <a:lvl8pPr indent="-304800" lvl="7" marL="3657600">
              <a:spcBef>
                <a:spcPts val="1600"/>
              </a:spcBef>
              <a:spcAft>
                <a:spcPts val="0"/>
              </a:spcAft>
              <a:buClr>
                <a:srgbClr val="000000"/>
              </a:buClr>
              <a:buSzPts val="1200"/>
              <a:buChar char="○"/>
              <a:defRPr>
                <a:solidFill>
                  <a:srgbClr val="000000"/>
                </a:solidFill>
              </a:defRPr>
            </a:lvl8pPr>
            <a:lvl9pPr indent="-304800" lvl="8" marL="4114800">
              <a:spcBef>
                <a:spcPts val="1600"/>
              </a:spcBef>
              <a:spcAft>
                <a:spcPts val="1600"/>
              </a:spcAft>
              <a:buClr>
                <a:srgbClr val="000000"/>
              </a:buClr>
              <a:buSzPts val="1200"/>
              <a:buChar char="■"/>
              <a:defRPr>
                <a:solidFill>
                  <a:srgbClr val="000000"/>
                </a:solidFill>
              </a:defRPr>
            </a:lvl9pPr>
          </a:lstStyle>
          <a:p/>
        </p:txBody>
      </p:sp>
      <p:sp>
        <p:nvSpPr>
          <p:cNvPr id="80" name="Google Shape;80;p21"/>
          <p:cNvSpPr txBox="1"/>
          <p:nvPr>
            <p:ph type="ctrTitle"/>
          </p:nvPr>
        </p:nvSpPr>
        <p:spPr>
          <a:xfrm rot="5400000">
            <a:off x="6923109" y="1407498"/>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7">
  <p:cSld name="CUSTOM_25_1">
    <p:spTree>
      <p:nvGrpSpPr>
        <p:cNvPr id="81" name="Shape 81"/>
        <p:cNvGrpSpPr/>
        <p:nvPr/>
      </p:nvGrpSpPr>
      <p:grpSpPr>
        <a:xfrm>
          <a:off x="0" y="0"/>
          <a:ext cx="0" cy="0"/>
          <a:chOff x="0" y="0"/>
          <a:chExt cx="0" cy="0"/>
        </a:xfrm>
      </p:grpSpPr>
      <p:sp>
        <p:nvSpPr>
          <p:cNvPr id="82" name="Google Shape;82;p22"/>
          <p:cNvSpPr txBox="1"/>
          <p:nvPr>
            <p:ph idx="1" type="body"/>
          </p:nvPr>
        </p:nvSpPr>
        <p:spPr>
          <a:xfrm>
            <a:off x="642050" y="1277550"/>
            <a:ext cx="5308200" cy="147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Clr>
                <a:srgbClr val="000000"/>
              </a:buClr>
              <a:buSzPts val="1200"/>
              <a:buChar char="●"/>
              <a:defRPr>
                <a:solidFill>
                  <a:srgbClr val="000000"/>
                </a:solidFill>
              </a:defRPr>
            </a:lvl1pPr>
            <a:lvl2pPr indent="-304800" lvl="1" marL="914400">
              <a:spcBef>
                <a:spcPts val="1600"/>
              </a:spcBef>
              <a:spcAft>
                <a:spcPts val="0"/>
              </a:spcAft>
              <a:buClr>
                <a:srgbClr val="000000"/>
              </a:buClr>
              <a:buSzPts val="1200"/>
              <a:buChar char="○"/>
              <a:defRPr>
                <a:solidFill>
                  <a:srgbClr val="000000"/>
                </a:solidFill>
              </a:defRPr>
            </a:lvl2pPr>
            <a:lvl3pPr indent="-304800" lvl="2" marL="1371600">
              <a:spcBef>
                <a:spcPts val="1600"/>
              </a:spcBef>
              <a:spcAft>
                <a:spcPts val="0"/>
              </a:spcAft>
              <a:buClr>
                <a:srgbClr val="000000"/>
              </a:buClr>
              <a:buSzPts val="1200"/>
              <a:buChar char="■"/>
              <a:defRPr>
                <a:solidFill>
                  <a:srgbClr val="000000"/>
                </a:solidFill>
              </a:defRPr>
            </a:lvl3pPr>
            <a:lvl4pPr indent="-304800" lvl="3" marL="1828800">
              <a:spcBef>
                <a:spcPts val="1600"/>
              </a:spcBef>
              <a:spcAft>
                <a:spcPts val="0"/>
              </a:spcAft>
              <a:buClr>
                <a:srgbClr val="000000"/>
              </a:buClr>
              <a:buSzPts val="1200"/>
              <a:buChar char="●"/>
              <a:defRPr>
                <a:solidFill>
                  <a:srgbClr val="000000"/>
                </a:solidFill>
              </a:defRPr>
            </a:lvl4pPr>
            <a:lvl5pPr indent="-304800" lvl="4" marL="2286000">
              <a:spcBef>
                <a:spcPts val="1600"/>
              </a:spcBef>
              <a:spcAft>
                <a:spcPts val="0"/>
              </a:spcAft>
              <a:buClr>
                <a:srgbClr val="000000"/>
              </a:buClr>
              <a:buSzPts val="1200"/>
              <a:buChar char="○"/>
              <a:defRPr>
                <a:solidFill>
                  <a:srgbClr val="000000"/>
                </a:solidFill>
              </a:defRPr>
            </a:lvl5pPr>
            <a:lvl6pPr indent="-304800" lvl="5" marL="2743200">
              <a:spcBef>
                <a:spcPts val="1600"/>
              </a:spcBef>
              <a:spcAft>
                <a:spcPts val="0"/>
              </a:spcAft>
              <a:buClr>
                <a:srgbClr val="000000"/>
              </a:buClr>
              <a:buSzPts val="1200"/>
              <a:buChar char="■"/>
              <a:defRPr>
                <a:solidFill>
                  <a:srgbClr val="000000"/>
                </a:solidFill>
              </a:defRPr>
            </a:lvl6pPr>
            <a:lvl7pPr indent="-304800" lvl="6" marL="3200400">
              <a:spcBef>
                <a:spcPts val="1600"/>
              </a:spcBef>
              <a:spcAft>
                <a:spcPts val="0"/>
              </a:spcAft>
              <a:buClr>
                <a:srgbClr val="000000"/>
              </a:buClr>
              <a:buSzPts val="1200"/>
              <a:buChar char="●"/>
              <a:defRPr>
                <a:solidFill>
                  <a:srgbClr val="000000"/>
                </a:solidFill>
              </a:defRPr>
            </a:lvl7pPr>
            <a:lvl8pPr indent="-304800" lvl="7" marL="3657600">
              <a:spcBef>
                <a:spcPts val="1600"/>
              </a:spcBef>
              <a:spcAft>
                <a:spcPts val="0"/>
              </a:spcAft>
              <a:buClr>
                <a:srgbClr val="000000"/>
              </a:buClr>
              <a:buSzPts val="1200"/>
              <a:buChar char="○"/>
              <a:defRPr>
                <a:solidFill>
                  <a:srgbClr val="000000"/>
                </a:solidFill>
              </a:defRPr>
            </a:lvl8pPr>
            <a:lvl9pPr indent="-304800" lvl="8" marL="4114800">
              <a:spcBef>
                <a:spcPts val="1600"/>
              </a:spcBef>
              <a:spcAft>
                <a:spcPts val="1600"/>
              </a:spcAft>
              <a:buClr>
                <a:srgbClr val="000000"/>
              </a:buClr>
              <a:buSzPts val="1200"/>
              <a:buChar char="■"/>
              <a:defRPr>
                <a:solidFill>
                  <a:srgbClr val="000000"/>
                </a:solidFill>
              </a:defRPr>
            </a:lvl9pPr>
          </a:lstStyle>
          <a:p/>
        </p:txBody>
      </p:sp>
      <p:sp>
        <p:nvSpPr>
          <p:cNvPr id="83" name="Google Shape;83;p22"/>
          <p:cNvSpPr txBox="1"/>
          <p:nvPr>
            <p:ph type="ctrTitle"/>
          </p:nvPr>
        </p:nvSpPr>
        <p:spPr>
          <a:xfrm rot="5400000">
            <a:off x="6923109" y="1407498"/>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84" name="Google Shape;84;p22"/>
          <p:cNvSpPr txBox="1"/>
          <p:nvPr>
            <p:ph idx="2" type="subTitle"/>
          </p:nvPr>
        </p:nvSpPr>
        <p:spPr>
          <a:xfrm>
            <a:off x="642050" y="540000"/>
            <a:ext cx="4655400" cy="9606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200"/>
              <a:buNone/>
              <a:defRPr/>
            </a:lvl1pPr>
            <a:lvl2pPr lvl="1">
              <a:lnSpc>
                <a:spcPct val="100000"/>
              </a:lnSpc>
              <a:spcBef>
                <a:spcPts val="0"/>
              </a:spcBef>
              <a:spcAft>
                <a:spcPts val="0"/>
              </a:spcAft>
              <a:buClr>
                <a:srgbClr val="FFFFFF"/>
              </a:buClr>
              <a:buSzPts val="1200"/>
              <a:buNone/>
              <a:defRPr>
                <a:solidFill>
                  <a:srgbClr val="FFFFFF"/>
                </a:solidFill>
              </a:defRPr>
            </a:lvl2pPr>
            <a:lvl3pPr lvl="2">
              <a:lnSpc>
                <a:spcPct val="100000"/>
              </a:lnSpc>
              <a:spcBef>
                <a:spcPts val="0"/>
              </a:spcBef>
              <a:spcAft>
                <a:spcPts val="0"/>
              </a:spcAft>
              <a:buClr>
                <a:srgbClr val="FFFFFF"/>
              </a:buClr>
              <a:buSzPts val="1200"/>
              <a:buNone/>
              <a:defRPr>
                <a:solidFill>
                  <a:srgbClr val="FFFFFF"/>
                </a:solidFill>
              </a:defRPr>
            </a:lvl3pPr>
            <a:lvl4pPr lvl="3">
              <a:lnSpc>
                <a:spcPct val="100000"/>
              </a:lnSpc>
              <a:spcBef>
                <a:spcPts val="0"/>
              </a:spcBef>
              <a:spcAft>
                <a:spcPts val="0"/>
              </a:spcAft>
              <a:buClr>
                <a:srgbClr val="FFFFFF"/>
              </a:buClr>
              <a:buSzPts val="1200"/>
              <a:buNone/>
              <a:defRPr>
                <a:solidFill>
                  <a:srgbClr val="FFFFFF"/>
                </a:solidFill>
              </a:defRPr>
            </a:lvl4pPr>
            <a:lvl5pPr lvl="4">
              <a:lnSpc>
                <a:spcPct val="100000"/>
              </a:lnSpc>
              <a:spcBef>
                <a:spcPts val="0"/>
              </a:spcBef>
              <a:spcAft>
                <a:spcPts val="0"/>
              </a:spcAft>
              <a:buClr>
                <a:srgbClr val="FFFFFF"/>
              </a:buClr>
              <a:buSzPts val="1200"/>
              <a:buNone/>
              <a:defRPr>
                <a:solidFill>
                  <a:srgbClr val="FFFFFF"/>
                </a:solidFill>
              </a:defRPr>
            </a:lvl5pPr>
            <a:lvl6pPr lvl="5">
              <a:lnSpc>
                <a:spcPct val="100000"/>
              </a:lnSpc>
              <a:spcBef>
                <a:spcPts val="0"/>
              </a:spcBef>
              <a:spcAft>
                <a:spcPts val="0"/>
              </a:spcAft>
              <a:buClr>
                <a:srgbClr val="FFFFFF"/>
              </a:buClr>
              <a:buSzPts val="1200"/>
              <a:buNone/>
              <a:defRPr>
                <a:solidFill>
                  <a:srgbClr val="FFFFFF"/>
                </a:solidFill>
              </a:defRPr>
            </a:lvl6pPr>
            <a:lvl7pPr lvl="6">
              <a:lnSpc>
                <a:spcPct val="100000"/>
              </a:lnSpc>
              <a:spcBef>
                <a:spcPts val="0"/>
              </a:spcBef>
              <a:spcAft>
                <a:spcPts val="0"/>
              </a:spcAft>
              <a:buClr>
                <a:srgbClr val="FFFFFF"/>
              </a:buClr>
              <a:buSzPts val="1200"/>
              <a:buNone/>
              <a:defRPr>
                <a:solidFill>
                  <a:srgbClr val="FFFFFF"/>
                </a:solidFill>
              </a:defRPr>
            </a:lvl7pPr>
            <a:lvl8pPr lvl="7">
              <a:lnSpc>
                <a:spcPct val="100000"/>
              </a:lnSpc>
              <a:spcBef>
                <a:spcPts val="0"/>
              </a:spcBef>
              <a:spcAft>
                <a:spcPts val="0"/>
              </a:spcAft>
              <a:buClr>
                <a:srgbClr val="FFFFFF"/>
              </a:buClr>
              <a:buSzPts val="1200"/>
              <a:buNone/>
              <a:defRPr>
                <a:solidFill>
                  <a:srgbClr val="FFFFFF"/>
                </a:solidFill>
              </a:defRPr>
            </a:lvl8pPr>
            <a:lvl9pPr lvl="8">
              <a:lnSpc>
                <a:spcPct val="100000"/>
              </a:lnSpc>
              <a:spcBef>
                <a:spcPts val="0"/>
              </a:spcBef>
              <a:spcAft>
                <a:spcPts val="0"/>
              </a:spcAft>
              <a:buClr>
                <a:srgbClr val="FFFFFF"/>
              </a:buClr>
              <a:buSzPts val="1200"/>
              <a:buNone/>
              <a:defRPr>
                <a:solidFill>
                  <a:srgbClr val="FFFFFF"/>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8">
  <p:cSld name="CUSTOM_25_1_1">
    <p:spTree>
      <p:nvGrpSpPr>
        <p:cNvPr id="85" name="Shape 85"/>
        <p:cNvGrpSpPr/>
        <p:nvPr/>
      </p:nvGrpSpPr>
      <p:grpSpPr>
        <a:xfrm>
          <a:off x="0" y="0"/>
          <a:ext cx="0" cy="0"/>
          <a:chOff x="0" y="0"/>
          <a:chExt cx="0" cy="0"/>
        </a:xfrm>
      </p:grpSpPr>
      <p:sp>
        <p:nvSpPr>
          <p:cNvPr id="86" name="Google Shape;86;p23"/>
          <p:cNvSpPr txBox="1"/>
          <p:nvPr>
            <p:ph type="ctrTitle"/>
          </p:nvPr>
        </p:nvSpPr>
        <p:spPr>
          <a:xfrm rot="5400000">
            <a:off x="6923109" y="1407498"/>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87" name="Google Shape;87;p23"/>
          <p:cNvSpPr txBox="1"/>
          <p:nvPr>
            <p:ph idx="1" type="body"/>
          </p:nvPr>
        </p:nvSpPr>
        <p:spPr>
          <a:xfrm>
            <a:off x="642050" y="2134800"/>
            <a:ext cx="5308200" cy="147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Clr>
                <a:srgbClr val="000000"/>
              </a:buClr>
              <a:buSzPts val="1200"/>
              <a:buChar char="●"/>
              <a:defRPr>
                <a:solidFill>
                  <a:srgbClr val="000000"/>
                </a:solidFill>
              </a:defRPr>
            </a:lvl1pPr>
            <a:lvl2pPr indent="-304800" lvl="1" marL="914400">
              <a:spcBef>
                <a:spcPts val="1600"/>
              </a:spcBef>
              <a:spcAft>
                <a:spcPts val="0"/>
              </a:spcAft>
              <a:buClr>
                <a:srgbClr val="000000"/>
              </a:buClr>
              <a:buSzPts val="1200"/>
              <a:buChar char="○"/>
              <a:defRPr>
                <a:solidFill>
                  <a:srgbClr val="000000"/>
                </a:solidFill>
              </a:defRPr>
            </a:lvl2pPr>
            <a:lvl3pPr indent="-304800" lvl="2" marL="1371600">
              <a:spcBef>
                <a:spcPts val="1600"/>
              </a:spcBef>
              <a:spcAft>
                <a:spcPts val="0"/>
              </a:spcAft>
              <a:buClr>
                <a:srgbClr val="000000"/>
              </a:buClr>
              <a:buSzPts val="1200"/>
              <a:buChar char="■"/>
              <a:defRPr>
                <a:solidFill>
                  <a:srgbClr val="000000"/>
                </a:solidFill>
              </a:defRPr>
            </a:lvl3pPr>
            <a:lvl4pPr indent="-304800" lvl="3" marL="1828800">
              <a:spcBef>
                <a:spcPts val="1600"/>
              </a:spcBef>
              <a:spcAft>
                <a:spcPts val="0"/>
              </a:spcAft>
              <a:buClr>
                <a:srgbClr val="000000"/>
              </a:buClr>
              <a:buSzPts val="1200"/>
              <a:buChar char="●"/>
              <a:defRPr>
                <a:solidFill>
                  <a:srgbClr val="000000"/>
                </a:solidFill>
              </a:defRPr>
            </a:lvl4pPr>
            <a:lvl5pPr indent="-304800" lvl="4" marL="2286000">
              <a:spcBef>
                <a:spcPts val="1600"/>
              </a:spcBef>
              <a:spcAft>
                <a:spcPts val="0"/>
              </a:spcAft>
              <a:buClr>
                <a:srgbClr val="000000"/>
              </a:buClr>
              <a:buSzPts val="1200"/>
              <a:buChar char="○"/>
              <a:defRPr>
                <a:solidFill>
                  <a:srgbClr val="000000"/>
                </a:solidFill>
              </a:defRPr>
            </a:lvl5pPr>
            <a:lvl6pPr indent="-304800" lvl="5" marL="2743200">
              <a:spcBef>
                <a:spcPts val="1600"/>
              </a:spcBef>
              <a:spcAft>
                <a:spcPts val="0"/>
              </a:spcAft>
              <a:buClr>
                <a:srgbClr val="000000"/>
              </a:buClr>
              <a:buSzPts val="1200"/>
              <a:buChar char="■"/>
              <a:defRPr>
                <a:solidFill>
                  <a:srgbClr val="000000"/>
                </a:solidFill>
              </a:defRPr>
            </a:lvl6pPr>
            <a:lvl7pPr indent="-304800" lvl="6" marL="3200400">
              <a:spcBef>
                <a:spcPts val="1600"/>
              </a:spcBef>
              <a:spcAft>
                <a:spcPts val="0"/>
              </a:spcAft>
              <a:buClr>
                <a:srgbClr val="000000"/>
              </a:buClr>
              <a:buSzPts val="1200"/>
              <a:buChar char="●"/>
              <a:defRPr>
                <a:solidFill>
                  <a:srgbClr val="000000"/>
                </a:solidFill>
              </a:defRPr>
            </a:lvl7pPr>
            <a:lvl8pPr indent="-304800" lvl="7" marL="3657600">
              <a:spcBef>
                <a:spcPts val="1600"/>
              </a:spcBef>
              <a:spcAft>
                <a:spcPts val="0"/>
              </a:spcAft>
              <a:buClr>
                <a:srgbClr val="000000"/>
              </a:buClr>
              <a:buSzPts val="1200"/>
              <a:buChar char="○"/>
              <a:defRPr>
                <a:solidFill>
                  <a:srgbClr val="000000"/>
                </a:solidFill>
              </a:defRPr>
            </a:lvl8pPr>
            <a:lvl9pPr indent="-304800" lvl="8" marL="4114800">
              <a:spcBef>
                <a:spcPts val="1600"/>
              </a:spcBef>
              <a:spcAft>
                <a:spcPts val="1600"/>
              </a:spcAft>
              <a:buClr>
                <a:srgbClr val="000000"/>
              </a:buClr>
              <a:buSzPts val="1200"/>
              <a:buChar char="■"/>
              <a:defRPr>
                <a:solidFill>
                  <a:srgbClr val="000000"/>
                </a:solidFill>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TWO_COLUMNS_1">
    <p:spTree>
      <p:nvGrpSpPr>
        <p:cNvPr id="88" name="Shape 88"/>
        <p:cNvGrpSpPr/>
        <p:nvPr/>
      </p:nvGrpSpPr>
      <p:grpSpPr>
        <a:xfrm>
          <a:off x="0" y="0"/>
          <a:ext cx="0" cy="0"/>
          <a:chOff x="0" y="0"/>
          <a:chExt cx="0" cy="0"/>
        </a:xfrm>
      </p:grpSpPr>
      <p:sp>
        <p:nvSpPr>
          <p:cNvPr id="89" name="Google Shape;89;p24"/>
          <p:cNvSpPr txBox="1"/>
          <p:nvPr>
            <p:ph type="ctrTitle"/>
          </p:nvPr>
        </p:nvSpPr>
        <p:spPr>
          <a:xfrm rot="5400000">
            <a:off x="6860962" y="1407498"/>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90" name="Google Shape;90;p24"/>
          <p:cNvSpPr txBox="1"/>
          <p:nvPr>
            <p:ph idx="1" type="subTitle"/>
          </p:nvPr>
        </p:nvSpPr>
        <p:spPr>
          <a:xfrm>
            <a:off x="1579064" y="2147200"/>
            <a:ext cx="16266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000000"/>
              </a:buClr>
              <a:buSzPts val="1000"/>
              <a:buNone/>
              <a:defRPr sz="1000"/>
            </a:lvl1pPr>
            <a:lvl2pPr lvl="1">
              <a:lnSpc>
                <a:spcPct val="100000"/>
              </a:lnSpc>
              <a:spcBef>
                <a:spcPts val="0"/>
              </a:spcBef>
              <a:spcAft>
                <a:spcPts val="0"/>
              </a:spcAft>
              <a:buClr>
                <a:srgbClr val="000000"/>
              </a:buClr>
              <a:buSzPts val="1000"/>
              <a:buNone/>
              <a:defRPr sz="1000">
                <a:solidFill>
                  <a:srgbClr val="000000"/>
                </a:solidFill>
              </a:defRPr>
            </a:lvl2pPr>
            <a:lvl3pPr lvl="2">
              <a:lnSpc>
                <a:spcPct val="100000"/>
              </a:lnSpc>
              <a:spcBef>
                <a:spcPts val="0"/>
              </a:spcBef>
              <a:spcAft>
                <a:spcPts val="0"/>
              </a:spcAft>
              <a:buClr>
                <a:srgbClr val="000000"/>
              </a:buClr>
              <a:buSzPts val="1000"/>
              <a:buNone/>
              <a:defRPr sz="1000">
                <a:solidFill>
                  <a:srgbClr val="000000"/>
                </a:solidFill>
              </a:defRPr>
            </a:lvl3pPr>
            <a:lvl4pPr lvl="3">
              <a:lnSpc>
                <a:spcPct val="100000"/>
              </a:lnSpc>
              <a:spcBef>
                <a:spcPts val="0"/>
              </a:spcBef>
              <a:spcAft>
                <a:spcPts val="0"/>
              </a:spcAft>
              <a:buClr>
                <a:srgbClr val="000000"/>
              </a:buClr>
              <a:buSzPts val="1000"/>
              <a:buNone/>
              <a:defRPr sz="1000">
                <a:solidFill>
                  <a:srgbClr val="000000"/>
                </a:solidFill>
              </a:defRPr>
            </a:lvl4pPr>
            <a:lvl5pPr lvl="4">
              <a:lnSpc>
                <a:spcPct val="100000"/>
              </a:lnSpc>
              <a:spcBef>
                <a:spcPts val="0"/>
              </a:spcBef>
              <a:spcAft>
                <a:spcPts val="0"/>
              </a:spcAft>
              <a:buClr>
                <a:srgbClr val="000000"/>
              </a:buClr>
              <a:buSzPts val="1000"/>
              <a:buNone/>
              <a:defRPr sz="1000">
                <a:solidFill>
                  <a:srgbClr val="000000"/>
                </a:solidFill>
              </a:defRPr>
            </a:lvl5pPr>
            <a:lvl6pPr lvl="5">
              <a:lnSpc>
                <a:spcPct val="100000"/>
              </a:lnSpc>
              <a:spcBef>
                <a:spcPts val="0"/>
              </a:spcBef>
              <a:spcAft>
                <a:spcPts val="0"/>
              </a:spcAft>
              <a:buClr>
                <a:srgbClr val="000000"/>
              </a:buClr>
              <a:buSzPts val="1000"/>
              <a:buNone/>
              <a:defRPr sz="1000">
                <a:solidFill>
                  <a:srgbClr val="000000"/>
                </a:solidFill>
              </a:defRPr>
            </a:lvl6pPr>
            <a:lvl7pPr lvl="6">
              <a:lnSpc>
                <a:spcPct val="100000"/>
              </a:lnSpc>
              <a:spcBef>
                <a:spcPts val="0"/>
              </a:spcBef>
              <a:spcAft>
                <a:spcPts val="0"/>
              </a:spcAft>
              <a:buClr>
                <a:srgbClr val="000000"/>
              </a:buClr>
              <a:buSzPts val="1000"/>
              <a:buNone/>
              <a:defRPr sz="1000">
                <a:solidFill>
                  <a:srgbClr val="000000"/>
                </a:solidFill>
              </a:defRPr>
            </a:lvl7pPr>
            <a:lvl8pPr lvl="7">
              <a:lnSpc>
                <a:spcPct val="100000"/>
              </a:lnSpc>
              <a:spcBef>
                <a:spcPts val="0"/>
              </a:spcBef>
              <a:spcAft>
                <a:spcPts val="0"/>
              </a:spcAft>
              <a:buClr>
                <a:srgbClr val="000000"/>
              </a:buClr>
              <a:buSzPts val="1000"/>
              <a:buNone/>
              <a:defRPr sz="1000">
                <a:solidFill>
                  <a:srgbClr val="000000"/>
                </a:solidFill>
              </a:defRPr>
            </a:lvl8pPr>
            <a:lvl9pPr lvl="8">
              <a:lnSpc>
                <a:spcPct val="100000"/>
              </a:lnSpc>
              <a:spcBef>
                <a:spcPts val="0"/>
              </a:spcBef>
              <a:spcAft>
                <a:spcPts val="0"/>
              </a:spcAft>
              <a:buClr>
                <a:srgbClr val="000000"/>
              </a:buClr>
              <a:buSzPts val="1000"/>
              <a:buNone/>
              <a:defRPr sz="1000">
                <a:solidFill>
                  <a:srgbClr val="000000"/>
                </a:solidFill>
              </a:defRPr>
            </a:lvl9pPr>
          </a:lstStyle>
          <a:p/>
        </p:txBody>
      </p:sp>
      <p:sp>
        <p:nvSpPr>
          <p:cNvPr id="91" name="Google Shape;91;p24"/>
          <p:cNvSpPr txBox="1"/>
          <p:nvPr>
            <p:ph idx="2" type="ctrTitle"/>
          </p:nvPr>
        </p:nvSpPr>
        <p:spPr>
          <a:xfrm>
            <a:off x="1579064" y="1762400"/>
            <a:ext cx="2619300" cy="3849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2" name="Google Shape;92;p24"/>
          <p:cNvSpPr txBox="1"/>
          <p:nvPr>
            <p:ph idx="3" type="subTitle"/>
          </p:nvPr>
        </p:nvSpPr>
        <p:spPr>
          <a:xfrm>
            <a:off x="4068269" y="2147200"/>
            <a:ext cx="1626600" cy="11124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Clr>
                <a:srgbClr val="000000"/>
              </a:buClr>
              <a:buSzPts val="1000"/>
              <a:buNone/>
              <a:defRPr sz="1000">
                <a:solidFill>
                  <a:srgbClr val="000000"/>
                </a:solidFill>
              </a:defRPr>
            </a:lvl1pPr>
            <a:lvl2pPr lvl="1" algn="r">
              <a:lnSpc>
                <a:spcPct val="100000"/>
              </a:lnSpc>
              <a:spcBef>
                <a:spcPts val="0"/>
              </a:spcBef>
              <a:spcAft>
                <a:spcPts val="0"/>
              </a:spcAft>
              <a:buClr>
                <a:srgbClr val="000000"/>
              </a:buClr>
              <a:buSzPts val="1000"/>
              <a:buNone/>
              <a:defRPr sz="1000">
                <a:solidFill>
                  <a:srgbClr val="000000"/>
                </a:solidFill>
              </a:defRPr>
            </a:lvl2pPr>
            <a:lvl3pPr lvl="2" algn="r">
              <a:lnSpc>
                <a:spcPct val="100000"/>
              </a:lnSpc>
              <a:spcBef>
                <a:spcPts val="0"/>
              </a:spcBef>
              <a:spcAft>
                <a:spcPts val="0"/>
              </a:spcAft>
              <a:buClr>
                <a:srgbClr val="000000"/>
              </a:buClr>
              <a:buSzPts val="1000"/>
              <a:buNone/>
              <a:defRPr sz="1000">
                <a:solidFill>
                  <a:srgbClr val="000000"/>
                </a:solidFill>
              </a:defRPr>
            </a:lvl3pPr>
            <a:lvl4pPr lvl="3" algn="r">
              <a:lnSpc>
                <a:spcPct val="100000"/>
              </a:lnSpc>
              <a:spcBef>
                <a:spcPts val="0"/>
              </a:spcBef>
              <a:spcAft>
                <a:spcPts val="0"/>
              </a:spcAft>
              <a:buClr>
                <a:srgbClr val="000000"/>
              </a:buClr>
              <a:buSzPts val="1000"/>
              <a:buNone/>
              <a:defRPr sz="1000">
                <a:solidFill>
                  <a:srgbClr val="000000"/>
                </a:solidFill>
              </a:defRPr>
            </a:lvl4pPr>
            <a:lvl5pPr lvl="4" algn="r">
              <a:lnSpc>
                <a:spcPct val="100000"/>
              </a:lnSpc>
              <a:spcBef>
                <a:spcPts val="0"/>
              </a:spcBef>
              <a:spcAft>
                <a:spcPts val="0"/>
              </a:spcAft>
              <a:buClr>
                <a:srgbClr val="000000"/>
              </a:buClr>
              <a:buSzPts val="1000"/>
              <a:buNone/>
              <a:defRPr sz="1000">
                <a:solidFill>
                  <a:srgbClr val="000000"/>
                </a:solidFill>
              </a:defRPr>
            </a:lvl5pPr>
            <a:lvl6pPr lvl="5" algn="r">
              <a:lnSpc>
                <a:spcPct val="100000"/>
              </a:lnSpc>
              <a:spcBef>
                <a:spcPts val="0"/>
              </a:spcBef>
              <a:spcAft>
                <a:spcPts val="0"/>
              </a:spcAft>
              <a:buClr>
                <a:srgbClr val="000000"/>
              </a:buClr>
              <a:buSzPts val="1000"/>
              <a:buNone/>
              <a:defRPr sz="1000">
                <a:solidFill>
                  <a:srgbClr val="000000"/>
                </a:solidFill>
              </a:defRPr>
            </a:lvl6pPr>
            <a:lvl7pPr lvl="6" algn="r">
              <a:lnSpc>
                <a:spcPct val="100000"/>
              </a:lnSpc>
              <a:spcBef>
                <a:spcPts val="0"/>
              </a:spcBef>
              <a:spcAft>
                <a:spcPts val="0"/>
              </a:spcAft>
              <a:buClr>
                <a:srgbClr val="000000"/>
              </a:buClr>
              <a:buSzPts val="1000"/>
              <a:buNone/>
              <a:defRPr sz="1000">
                <a:solidFill>
                  <a:srgbClr val="000000"/>
                </a:solidFill>
              </a:defRPr>
            </a:lvl7pPr>
            <a:lvl8pPr lvl="7" algn="r">
              <a:lnSpc>
                <a:spcPct val="100000"/>
              </a:lnSpc>
              <a:spcBef>
                <a:spcPts val="0"/>
              </a:spcBef>
              <a:spcAft>
                <a:spcPts val="0"/>
              </a:spcAft>
              <a:buClr>
                <a:srgbClr val="000000"/>
              </a:buClr>
              <a:buSzPts val="1000"/>
              <a:buNone/>
              <a:defRPr sz="1000">
                <a:solidFill>
                  <a:srgbClr val="000000"/>
                </a:solidFill>
              </a:defRPr>
            </a:lvl8pPr>
            <a:lvl9pPr lvl="8" algn="r">
              <a:lnSpc>
                <a:spcPct val="100000"/>
              </a:lnSpc>
              <a:spcBef>
                <a:spcPts val="0"/>
              </a:spcBef>
              <a:spcAft>
                <a:spcPts val="0"/>
              </a:spcAft>
              <a:buClr>
                <a:srgbClr val="000000"/>
              </a:buClr>
              <a:buSzPts val="1000"/>
              <a:buNone/>
              <a:defRPr sz="1000">
                <a:solidFill>
                  <a:srgbClr val="000000"/>
                </a:solidFill>
              </a:defRPr>
            </a:lvl9pPr>
          </a:lstStyle>
          <a:p/>
        </p:txBody>
      </p:sp>
      <p:sp>
        <p:nvSpPr>
          <p:cNvPr id="93" name="Google Shape;93;p24"/>
          <p:cNvSpPr txBox="1"/>
          <p:nvPr>
            <p:ph idx="4" type="ctrTitle"/>
          </p:nvPr>
        </p:nvSpPr>
        <p:spPr>
          <a:xfrm>
            <a:off x="3075567" y="1762400"/>
            <a:ext cx="2619300" cy="384900"/>
          </a:xfrm>
          <a:prstGeom prst="rect">
            <a:avLst/>
          </a:prstGeom>
          <a:ln>
            <a:noFill/>
          </a:ln>
        </p:spPr>
        <p:txBody>
          <a:bodyPr anchorCtr="0" anchor="b" bIns="91425" lIns="91425" spcFirstLastPara="1" rIns="91425" wrap="square" tIns="91425">
            <a:noAutofit/>
          </a:bodyPr>
          <a:lstStyle>
            <a:lvl1pPr lvl="0" algn="r">
              <a:spcBef>
                <a:spcPts val="0"/>
              </a:spcBef>
              <a:spcAft>
                <a:spcPts val="0"/>
              </a:spcAft>
              <a:buSzPts val="1800"/>
              <a:buNone/>
              <a:defRPr sz="1800"/>
            </a:lvl1pPr>
            <a:lvl2pPr lvl="1" algn="r">
              <a:spcBef>
                <a:spcPts val="0"/>
              </a:spcBef>
              <a:spcAft>
                <a:spcPts val="0"/>
              </a:spcAft>
              <a:buSzPts val="1800"/>
              <a:buNone/>
              <a:defRPr sz="1800"/>
            </a:lvl2pPr>
            <a:lvl3pPr lvl="2" algn="r">
              <a:spcBef>
                <a:spcPts val="0"/>
              </a:spcBef>
              <a:spcAft>
                <a:spcPts val="0"/>
              </a:spcAft>
              <a:buSzPts val="1800"/>
              <a:buNone/>
              <a:defRPr sz="1800"/>
            </a:lvl3pPr>
            <a:lvl4pPr lvl="3" algn="r">
              <a:spcBef>
                <a:spcPts val="0"/>
              </a:spcBef>
              <a:spcAft>
                <a:spcPts val="0"/>
              </a:spcAft>
              <a:buSzPts val="1800"/>
              <a:buNone/>
              <a:defRPr sz="1800"/>
            </a:lvl4pPr>
            <a:lvl5pPr lvl="4" algn="r">
              <a:spcBef>
                <a:spcPts val="0"/>
              </a:spcBef>
              <a:spcAft>
                <a:spcPts val="0"/>
              </a:spcAft>
              <a:buSzPts val="1800"/>
              <a:buNone/>
              <a:defRPr sz="1800"/>
            </a:lvl5pPr>
            <a:lvl6pPr lvl="5" algn="r">
              <a:spcBef>
                <a:spcPts val="0"/>
              </a:spcBef>
              <a:spcAft>
                <a:spcPts val="0"/>
              </a:spcAft>
              <a:buSzPts val="1800"/>
              <a:buNone/>
              <a:defRPr sz="1800"/>
            </a:lvl6pPr>
            <a:lvl7pPr lvl="6" algn="r">
              <a:spcBef>
                <a:spcPts val="0"/>
              </a:spcBef>
              <a:spcAft>
                <a:spcPts val="0"/>
              </a:spcAft>
              <a:buSzPts val="1800"/>
              <a:buNone/>
              <a:defRPr sz="1800"/>
            </a:lvl7pPr>
            <a:lvl8pPr lvl="7" algn="r">
              <a:spcBef>
                <a:spcPts val="0"/>
              </a:spcBef>
              <a:spcAft>
                <a:spcPts val="0"/>
              </a:spcAft>
              <a:buSzPts val="1800"/>
              <a:buNone/>
              <a:defRPr sz="1800"/>
            </a:lvl8pPr>
            <a:lvl9pPr lvl="8" algn="r">
              <a:spcBef>
                <a:spcPts val="0"/>
              </a:spcBef>
              <a:spcAft>
                <a:spcPts val="0"/>
              </a:spcAft>
              <a:buSzPts val="1800"/>
              <a:buNone/>
              <a:defRPr sz="18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94" name="Shape 94"/>
        <p:cNvGrpSpPr/>
        <p:nvPr/>
      </p:nvGrpSpPr>
      <p:grpSpPr>
        <a:xfrm>
          <a:off x="0" y="0"/>
          <a:ext cx="0" cy="0"/>
          <a:chOff x="0" y="0"/>
          <a:chExt cx="0" cy="0"/>
        </a:xfrm>
      </p:grpSpPr>
      <p:sp>
        <p:nvSpPr>
          <p:cNvPr id="95" name="Google Shape;95;p25"/>
          <p:cNvSpPr txBox="1"/>
          <p:nvPr>
            <p:ph type="ctrTitle"/>
          </p:nvPr>
        </p:nvSpPr>
        <p:spPr>
          <a:xfrm>
            <a:off x="4921575" y="2993035"/>
            <a:ext cx="18282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Clr>
                <a:srgbClr val="F3F3F3"/>
              </a:buClr>
              <a:buSzPts val="1800"/>
              <a:buNone/>
              <a:defRPr sz="1800">
                <a:solidFill>
                  <a:srgbClr val="F3F3F3"/>
                </a:solidFill>
              </a:defRPr>
            </a:lvl1pPr>
            <a:lvl2pPr lvl="1">
              <a:spcBef>
                <a:spcPts val="0"/>
              </a:spcBef>
              <a:spcAft>
                <a:spcPts val="0"/>
              </a:spcAft>
              <a:buClr>
                <a:srgbClr val="F3F3F3"/>
              </a:buClr>
              <a:buSzPts val="1800"/>
              <a:buNone/>
              <a:defRPr sz="1800">
                <a:solidFill>
                  <a:srgbClr val="F3F3F3"/>
                </a:solidFill>
              </a:defRPr>
            </a:lvl2pPr>
            <a:lvl3pPr lvl="2">
              <a:spcBef>
                <a:spcPts val="0"/>
              </a:spcBef>
              <a:spcAft>
                <a:spcPts val="0"/>
              </a:spcAft>
              <a:buClr>
                <a:srgbClr val="F3F3F3"/>
              </a:buClr>
              <a:buSzPts val="1800"/>
              <a:buNone/>
              <a:defRPr sz="1800">
                <a:solidFill>
                  <a:srgbClr val="F3F3F3"/>
                </a:solidFill>
              </a:defRPr>
            </a:lvl3pPr>
            <a:lvl4pPr lvl="3">
              <a:spcBef>
                <a:spcPts val="0"/>
              </a:spcBef>
              <a:spcAft>
                <a:spcPts val="0"/>
              </a:spcAft>
              <a:buClr>
                <a:srgbClr val="F3F3F3"/>
              </a:buClr>
              <a:buSzPts val="1800"/>
              <a:buNone/>
              <a:defRPr sz="1800">
                <a:solidFill>
                  <a:srgbClr val="F3F3F3"/>
                </a:solidFill>
              </a:defRPr>
            </a:lvl4pPr>
            <a:lvl5pPr lvl="4">
              <a:spcBef>
                <a:spcPts val="0"/>
              </a:spcBef>
              <a:spcAft>
                <a:spcPts val="0"/>
              </a:spcAft>
              <a:buClr>
                <a:srgbClr val="F3F3F3"/>
              </a:buClr>
              <a:buSzPts val="1800"/>
              <a:buNone/>
              <a:defRPr sz="1800">
                <a:solidFill>
                  <a:srgbClr val="F3F3F3"/>
                </a:solidFill>
              </a:defRPr>
            </a:lvl5pPr>
            <a:lvl6pPr lvl="5">
              <a:spcBef>
                <a:spcPts val="0"/>
              </a:spcBef>
              <a:spcAft>
                <a:spcPts val="0"/>
              </a:spcAft>
              <a:buClr>
                <a:srgbClr val="F3F3F3"/>
              </a:buClr>
              <a:buSzPts val="1800"/>
              <a:buNone/>
              <a:defRPr sz="1800">
                <a:solidFill>
                  <a:srgbClr val="F3F3F3"/>
                </a:solidFill>
              </a:defRPr>
            </a:lvl6pPr>
            <a:lvl7pPr lvl="6">
              <a:spcBef>
                <a:spcPts val="0"/>
              </a:spcBef>
              <a:spcAft>
                <a:spcPts val="0"/>
              </a:spcAft>
              <a:buClr>
                <a:srgbClr val="F3F3F3"/>
              </a:buClr>
              <a:buSzPts val="1800"/>
              <a:buNone/>
              <a:defRPr sz="1800">
                <a:solidFill>
                  <a:srgbClr val="F3F3F3"/>
                </a:solidFill>
              </a:defRPr>
            </a:lvl7pPr>
            <a:lvl8pPr lvl="7">
              <a:spcBef>
                <a:spcPts val="0"/>
              </a:spcBef>
              <a:spcAft>
                <a:spcPts val="0"/>
              </a:spcAft>
              <a:buClr>
                <a:srgbClr val="F3F3F3"/>
              </a:buClr>
              <a:buSzPts val="1800"/>
              <a:buNone/>
              <a:defRPr sz="1800">
                <a:solidFill>
                  <a:srgbClr val="F3F3F3"/>
                </a:solidFill>
              </a:defRPr>
            </a:lvl8pPr>
            <a:lvl9pPr lvl="8">
              <a:spcBef>
                <a:spcPts val="0"/>
              </a:spcBef>
              <a:spcAft>
                <a:spcPts val="0"/>
              </a:spcAft>
              <a:buClr>
                <a:srgbClr val="F3F3F3"/>
              </a:buClr>
              <a:buSzPts val="1800"/>
              <a:buNone/>
              <a:defRPr sz="1800">
                <a:solidFill>
                  <a:srgbClr val="F3F3F3"/>
                </a:solidFill>
              </a:defRPr>
            </a:lvl9pPr>
          </a:lstStyle>
          <a:p/>
        </p:txBody>
      </p:sp>
      <p:sp>
        <p:nvSpPr>
          <p:cNvPr id="96" name="Google Shape;96;p25"/>
          <p:cNvSpPr txBox="1"/>
          <p:nvPr>
            <p:ph idx="1" type="subTitle"/>
          </p:nvPr>
        </p:nvSpPr>
        <p:spPr>
          <a:xfrm>
            <a:off x="4921575" y="3553810"/>
            <a:ext cx="1522200" cy="946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solidFill>
                  <a:srgbClr val="000000"/>
                </a:solidFill>
              </a:defRPr>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97" name="Google Shape;97;p25"/>
          <p:cNvSpPr txBox="1"/>
          <p:nvPr>
            <p:ph idx="2" type="ctrTitle"/>
          </p:nvPr>
        </p:nvSpPr>
        <p:spPr>
          <a:xfrm>
            <a:off x="906139" y="2993035"/>
            <a:ext cx="18282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Clr>
                <a:srgbClr val="F3F3F3"/>
              </a:buClr>
              <a:buSzPts val="1800"/>
              <a:buNone/>
              <a:defRPr sz="1800">
                <a:solidFill>
                  <a:srgbClr val="F3F3F3"/>
                </a:solidFill>
              </a:defRPr>
            </a:lvl1pPr>
            <a:lvl2pPr lvl="1">
              <a:spcBef>
                <a:spcPts val="0"/>
              </a:spcBef>
              <a:spcAft>
                <a:spcPts val="0"/>
              </a:spcAft>
              <a:buClr>
                <a:srgbClr val="F3F3F3"/>
              </a:buClr>
              <a:buSzPts val="1800"/>
              <a:buNone/>
              <a:defRPr sz="1800">
                <a:solidFill>
                  <a:srgbClr val="F3F3F3"/>
                </a:solidFill>
              </a:defRPr>
            </a:lvl2pPr>
            <a:lvl3pPr lvl="2">
              <a:spcBef>
                <a:spcPts val="0"/>
              </a:spcBef>
              <a:spcAft>
                <a:spcPts val="0"/>
              </a:spcAft>
              <a:buClr>
                <a:srgbClr val="F3F3F3"/>
              </a:buClr>
              <a:buSzPts val="1800"/>
              <a:buNone/>
              <a:defRPr sz="1800">
                <a:solidFill>
                  <a:srgbClr val="F3F3F3"/>
                </a:solidFill>
              </a:defRPr>
            </a:lvl3pPr>
            <a:lvl4pPr lvl="3">
              <a:spcBef>
                <a:spcPts val="0"/>
              </a:spcBef>
              <a:spcAft>
                <a:spcPts val="0"/>
              </a:spcAft>
              <a:buClr>
                <a:srgbClr val="F3F3F3"/>
              </a:buClr>
              <a:buSzPts val="1800"/>
              <a:buNone/>
              <a:defRPr sz="1800">
                <a:solidFill>
                  <a:srgbClr val="F3F3F3"/>
                </a:solidFill>
              </a:defRPr>
            </a:lvl4pPr>
            <a:lvl5pPr lvl="4">
              <a:spcBef>
                <a:spcPts val="0"/>
              </a:spcBef>
              <a:spcAft>
                <a:spcPts val="0"/>
              </a:spcAft>
              <a:buClr>
                <a:srgbClr val="F3F3F3"/>
              </a:buClr>
              <a:buSzPts val="1800"/>
              <a:buNone/>
              <a:defRPr sz="1800">
                <a:solidFill>
                  <a:srgbClr val="F3F3F3"/>
                </a:solidFill>
              </a:defRPr>
            </a:lvl5pPr>
            <a:lvl6pPr lvl="5">
              <a:spcBef>
                <a:spcPts val="0"/>
              </a:spcBef>
              <a:spcAft>
                <a:spcPts val="0"/>
              </a:spcAft>
              <a:buClr>
                <a:srgbClr val="F3F3F3"/>
              </a:buClr>
              <a:buSzPts val="1800"/>
              <a:buNone/>
              <a:defRPr sz="1800">
                <a:solidFill>
                  <a:srgbClr val="F3F3F3"/>
                </a:solidFill>
              </a:defRPr>
            </a:lvl6pPr>
            <a:lvl7pPr lvl="6">
              <a:spcBef>
                <a:spcPts val="0"/>
              </a:spcBef>
              <a:spcAft>
                <a:spcPts val="0"/>
              </a:spcAft>
              <a:buClr>
                <a:srgbClr val="F3F3F3"/>
              </a:buClr>
              <a:buSzPts val="1800"/>
              <a:buNone/>
              <a:defRPr sz="1800">
                <a:solidFill>
                  <a:srgbClr val="F3F3F3"/>
                </a:solidFill>
              </a:defRPr>
            </a:lvl7pPr>
            <a:lvl8pPr lvl="7">
              <a:spcBef>
                <a:spcPts val="0"/>
              </a:spcBef>
              <a:spcAft>
                <a:spcPts val="0"/>
              </a:spcAft>
              <a:buClr>
                <a:srgbClr val="F3F3F3"/>
              </a:buClr>
              <a:buSzPts val="1800"/>
              <a:buNone/>
              <a:defRPr sz="1800">
                <a:solidFill>
                  <a:srgbClr val="F3F3F3"/>
                </a:solidFill>
              </a:defRPr>
            </a:lvl8pPr>
            <a:lvl9pPr lvl="8">
              <a:spcBef>
                <a:spcPts val="0"/>
              </a:spcBef>
              <a:spcAft>
                <a:spcPts val="0"/>
              </a:spcAft>
              <a:buClr>
                <a:srgbClr val="F3F3F3"/>
              </a:buClr>
              <a:buSzPts val="1800"/>
              <a:buNone/>
              <a:defRPr sz="1800">
                <a:solidFill>
                  <a:srgbClr val="F3F3F3"/>
                </a:solidFill>
              </a:defRPr>
            </a:lvl9pPr>
          </a:lstStyle>
          <a:p/>
        </p:txBody>
      </p:sp>
      <p:sp>
        <p:nvSpPr>
          <p:cNvPr id="98" name="Google Shape;98;p25"/>
          <p:cNvSpPr txBox="1"/>
          <p:nvPr>
            <p:ph idx="3" type="subTitle"/>
          </p:nvPr>
        </p:nvSpPr>
        <p:spPr>
          <a:xfrm>
            <a:off x="906139" y="3553810"/>
            <a:ext cx="1522200" cy="946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solidFill>
                  <a:srgbClr val="000000"/>
                </a:solidFill>
              </a:defRPr>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99" name="Google Shape;99;p25"/>
          <p:cNvSpPr txBox="1"/>
          <p:nvPr>
            <p:ph idx="4" type="ctrTitle"/>
          </p:nvPr>
        </p:nvSpPr>
        <p:spPr>
          <a:xfrm rot="5400000">
            <a:off x="6685437" y="1646270"/>
            <a:ext cx="29133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00" name="Google Shape;100;p25"/>
          <p:cNvSpPr txBox="1"/>
          <p:nvPr>
            <p:ph idx="5" type="ctrTitle"/>
          </p:nvPr>
        </p:nvSpPr>
        <p:spPr>
          <a:xfrm>
            <a:off x="2928557" y="2993035"/>
            <a:ext cx="17988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Clr>
                <a:srgbClr val="F3F3F3"/>
              </a:buClr>
              <a:buSzPts val="1800"/>
              <a:buNone/>
              <a:defRPr sz="1800">
                <a:solidFill>
                  <a:srgbClr val="F3F3F3"/>
                </a:solidFill>
              </a:defRPr>
            </a:lvl1pPr>
            <a:lvl2pPr lvl="1">
              <a:spcBef>
                <a:spcPts val="0"/>
              </a:spcBef>
              <a:spcAft>
                <a:spcPts val="0"/>
              </a:spcAft>
              <a:buClr>
                <a:srgbClr val="F3F3F3"/>
              </a:buClr>
              <a:buSzPts val="1800"/>
              <a:buNone/>
              <a:defRPr sz="1800">
                <a:solidFill>
                  <a:srgbClr val="F3F3F3"/>
                </a:solidFill>
              </a:defRPr>
            </a:lvl2pPr>
            <a:lvl3pPr lvl="2">
              <a:spcBef>
                <a:spcPts val="0"/>
              </a:spcBef>
              <a:spcAft>
                <a:spcPts val="0"/>
              </a:spcAft>
              <a:buClr>
                <a:srgbClr val="F3F3F3"/>
              </a:buClr>
              <a:buSzPts val="1800"/>
              <a:buNone/>
              <a:defRPr sz="1800">
                <a:solidFill>
                  <a:srgbClr val="F3F3F3"/>
                </a:solidFill>
              </a:defRPr>
            </a:lvl3pPr>
            <a:lvl4pPr lvl="3">
              <a:spcBef>
                <a:spcPts val="0"/>
              </a:spcBef>
              <a:spcAft>
                <a:spcPts val="0"/>
              </a:spcAft>
              <a:buClr>
                <a:srgbClr val="F3F3F3"/>
              </a:buClr>
              <a:buSzPts val="1800"/>
              <a:buNone/>
              <a:defRPr sz="1800">
                <a:solidFill>
                  <a:srgbClr val="F3F3F3"/>
                </a:solidFill>
              </a:defRPr>
            </a:lvl4pPr>
            <a:lvl5pPr lvl="4">
              <a:spcBef>
                <a:spcPts val="0"/>
              </a:spcBef>
              <a:spcAft>
                <a:spcPts val="0"/>
              </a:spcAft>
              <a:buClr>
                <a:srgbClr val="F3F3F3"/>
              </a:buClr>
              <a:buSzPts val="1800"/>
              <a:buNone/>
              <a:defRPr sz="1800">
                <a:solidFill>
                  <a:srgbClr val="F3F3F3"/>
                </a:solidFill>
              </a:defRPr>
            </a:lvl5pPr>
            <a:lvl6pPr lvl="5">
              <a:spcBef>
                <a:spcPts val="0"/>
              </a:spcBef>
              <a:spcAft>
                <a:spcPts val="0"/>
              </a:spcAft>
              <a:buClr>
                <a:srgbClr val="F3F3F3"/>
              </a:buClr>
              <a:buSzPts val="1800"/>
              <a:buNone/>
              <a:defRPr sz="1800">
                <a:solidFill>
                  <a:srgbClr val="F3F3F3"/>
                </a:solidFill>
              </a:defRPr>
            </a:lvl6pPr>
            <a:lvl7pPr lvl="6">
              <a:spcBef>
                <a:spcPts val="0"/>
              </a:spcBef>
              <a:spcAft>
                <a:spcPts val="0"/>
              </a:spcAft>
              <a:buClr>
                <a:srgbClr val="F3F3F3"/>
              </a:buClr>
              <a:buSzPts val="1800"/>
              <a:buNone/>
              <a:defRPr sz="1800">
                <a:solidFill>
                  <a:srgbClr val="F3F3F3"/>
                </a:solidFill>
              </a:defRPr>
            </a:lvl7pPr>
            <a:lvl8pPr lvl="7">
              <a:spcBef>
                <a:spcPts val="0"/>
              </a:spcBef>
              <a:spcAft>
                <a:spcPts val="0"/>
              </a:spcAft>
              <a:buClr>
                <a:srgbClr val="F3F3F3"/>
              </a:buClr>
              <a:buSzPts val="1800"/>
              <a:buNone/>
              <a:defRPr sz="1800">
                <a:solidFill>
                  <a:srgbClr val="F3F3F3"/>
                </a:solidFill>
              </a:defRPr>
            </a:lvl8pPr>
            <a:lvl9pPr lvl="8">
              <a:spcBef>
                <a:spcPts val="0"/>
              </a:spcBef>
              <a:spcAft>
                <a:spcPts val="0"/>
              </a:spcAft>
              <a:buClr>
                <a:srgbClr val="F3F3F3"/>
              </a:buClr>
              <a:buSzPts val="1800"/>
              <a:buNone/>
              <a:defRPr sz="1800">
                <a:solidFill>
                  <a:srgbClr val="F3F3F3"/>
                </a:solidFill>
              </a:defRPr>
            </a:lvl9pPr>
          </a:lstStyle>
          <a:p/>
        </p:txBody>
      </p:sp>
      <p:sp>
        <p:nvSpPr>
          <p:cNvPr id="101" name="Google Shape;101;p25"/>
          <p:cNvSpPr txBox="1"/>
          <p:nvPr>
            <p:ph idx="6" type="subTitle"/>
          </p:nvPr>
        </p:nvSpPr>
        <p:spPr>
          <a:xfrm>
            <a:off x="2928550" y="3553810"/>
            <a:ext cx="1476300" cy="946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solidFill>
                  <a:srgbClr val="000000"/>
                </a:solidFill>
              </a:defRPr>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_1">
    <p:spTree>
      <p:nvGrpSpPr>
        <p:cNvPr id="102" name="Shape 102"/>
        <p:cNvGrpSpPr/>
        <p:nvPr/>
      </p:nvGrpSpPr>
      <p:grpSpPr>
        <a:xfrm>
          <a:off x="0" y="0"/>
          <a:ext cx="0" cy="0"/>
          <a:chOff x="0" y="0"/>
          <a:chExt cx="0" cy="0"/>
        </a:xfrm>
      </p:grpSpPr>
      <p:sp>
        <p:nvSpPr>
          <p:cNvPr id="103" name="Google Shape;103;p26"/>
          <p:cNvSpPr txBox="1"/>
          <p:nvPr>
            <p:ph idx="1" type="subTitle"/>
          </p:nvPr>
        </p:nvSpPr>
        <p:spPr>
          <a:xfrm flipH="1">
            <a:off x="840600" y="2432150"/>
            <a:ext cx="1650300" cy="7536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Clr>
                <a:srgbClr val="000000"/>
              </a:buClr>
              <a:buSzPts val="1000"/>
              <a:buNone/>
              <a:defRPr sz="1000">
                <a:solidFill>
                  <a:srgbClr val="000000"/>
                </a:solidFill>
              </a:defRPr>
            </a:lvl1pPr>
            <a:lvl2pPr lvl="1" algn="ctr">
              <a:lnSpc>
                <a:spcPct val="100000"/>
              </a:lnSpc>
              <a:spcBef>
                <a:spcPts val="0"/>
              </a:spcBef>
              <a:spcAft>
                <a:spcPts val="0"/>
              </a:spcAft>
              <a:buClr>
                <a:srgbClr val="000000"/>
              </a:buClr>
              <a:buSzPts val="1000"/>
              <a:buNone/>
              <a:defRPr sz="1000">
                <a:solidFill>
                  <a:srgbClr val="000000"/>
                </a:solidFill>
              </a:defRPr>
            </a:lvl2pPr>
            <a:lvl3pPr lvl="2" algn="ctr">
              <a:lnSpc>
                <a:spcPct val="100000"/>
              </a:lnSpc>
              <a:spcBef>
                <a:spcPts val="0"/>
              </a:spcBef>
              <a:spcAft>
                <a:spcPts val="0"/>
              </a:spcAft>
              <a:buClr>
                <a:srgbClr val="000000"/>
              </a:buClr>
              <a:buSzPts val="1000"/>
              <a:buNone/>
              <a:defRPr sz="1000">
                <a:solidFill>
                  <a:srgbClr val="000000"/>
                </a:solidFill>
              </a:defRPr>
            </a:lvl3pPr>
            <a:lvl4pPr lvl="3" algn="ctr">
              <a:lnSpc>
                <a:spcPct val="100000"/>
              </a:lnSpc>
              <a:spcBef>
                <a:spcPts val="0"/>
              </a:spcBef>
              <a:spcAft>
                <a:spcPts val="0"/>
              </a:spcAft>
              <a:buClr>
                <a:srgbClr val="000000"/>
              </a:buClr>
              <a:buSzPts val="1000"/>
              <a:buNone/>
              <a:defRPr sz="1000">
                <a:solidFill>
                  <a:srgbClr val="000000"/>
                </a:solidFill>
              </a:defRPr>
            </a:lvl4pPr>
            <a:lvl5pPr lvl="4" algn="ctr">
              <a:lnSpc>
                <a:spcPct val="100000"/>
              </a:lnSpc>
              <a:spcBef>
                <a:spcPts val="0"/>
              </a:spcBef>
              <a:spcAft>
                <a:spcPts val="0"/>
              </a:spcAft>
              <a:buClr>
                <a:srgbClr val="000000"/>
              </a:buClr>
              <a:buSzPts val="1000"/>
              <a:buNone/>
              <a:defRPr sz="1000">
                <a:solidFill>
                  <a:srgbClr val="000000"/>
                </a:solidFill>
              </a:defRPr>
            </a:lvl5pPr>
            <a:lvl6pPr lvl="5" algn="ctr">
              <a:lnSpc>
                <a:spcPct val="100000"/>
              </a:lnSpc>
              <a:spcBef>
                <a:spcPts val="0"/>
              </a:spcBef>
              <a:spcAft>
                <a:spcPts val="0"/>
              </a:spcAft>
              <a:buClr>
                <a:srgbClr val="000000"/>
              </a:buClr>
              <a:buSzPts val="1000"/>
              <a:buNone/>
              <a:defRPr sz="1000">
                <a:solidFill>
                  <a:srgbClr val="000000"/>
                </a:solidFill>
              </a:defRPr>
            </a:lvl6pPr>
            <a:lvl7pPr lvl="6" algn="ctr">
              <a:lnSpc>
                <a:spcPct val="100000"/>
              </a:lnSpc>
              <a:spcBef>
                <a:spcPts val="0"/>
              </a:spcBef>
              <a:spcAft>
                <a:spcPts val="0"/>
              </a:spcAft>
              <a:buClr>
                <a:srgbClr val="000000"/>
              </a:buClr>
              <a:buSzPts val="1000"/>
              <a:buNone/>
              <a:defRPr sz="1000">
                <a:solidFill>
                  <a:srgbClr val="000000"/>
                </a:solidFill>
              </a:defRPr>
            </a:lvl7pPr>
            <a:lvl8pPr lvl="7" algn="ctr">
              <a:lnSpc>
                <a:spcPct val="100000"/>
              </a:lnSpc>
              <a:spcBef>
                <a:spcPts val="0"/>
              </a:spcBef>
              <a:spcAft>
                <a:spcPts val="0"/>
              </a:spcAft>
              <a:buClr>
                <a:srgbClr val="000000"/>
              </a:buClr>
              <a:buSzPts val="1000"/>
              <a:buNone/>
              <a:defRPr sz="1000">
                <a:solidFill>
                  <a:srgbClr val="000000"/>
                </a:solidFill>
              </a:defRPr>
            </a:lvl8pPr>
            <a:lvl9pPr lvl="8" algn="ctr">
              <a:lnSpc>
                <a:spcPct val="100000"/>
              </a:lnSpc>
              <a:spcBef>
                <a:spcPts val="0"/>
              </a:spcBef>
              <a:spcAft>
                <a:spcPts val="0"/>
              </a:spcAft>
              <a:buClr>
                <a:srgbClr val="000000"/>
              </a:buClr>
              <a:buSzPts val="1000"/>
              <a:buNone/>
              <a:defRPr sz="1000">
                <a:solidFill>
                  <a:srgbClr val="000000"/>
                </a:solidFill>
              </a:defRPr>
            </a:lvl9pPr>
          </a:lstStyle>
          <a:p/>
        </p:txBody>
      </p:sp>
      <p:sp>
        <p:nvSpPr>
          <p:cNvPr id="104" name="Google Shape;104;p26"/>
          <p:cNvSpPr txBox="1"/>
          <p:nvPr>
            <p:ph idx="2" type="subTitle"/>
          </p:nvPr>
        </p:nvSpPr>
        <p:spPr>
          <a:xfrm>
            <a:off x="4702174" y="1049093"/>
            <a:ext cx="19602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000000"/>
              </a:buClr>
              <a:buSzPts val="1000"/>
              <a:buNone/>
              <a:defRPr sz="1000">
                <a:solidFill>
                  <a:srgbClr val="000000"/>
                </a:solidFill>
              </a:defRPr>
            </a:lvl1pPr>
            <a:lvl2pPr lvl="1">
              <a:lnSpc>
                <a:spcPct val="100000"/>
              </a:lnSpc>
              <a:spcBef>
                <a:spcPts val="0"/>
              </a:spcBef>
              <a:spcAft>
                <a:spcPts val="0"/>
              </a:spcAft>
              <a:buClr>
                <a:srgbClr val="000000"/>
              </a:buClr>
              <a:buSzPts val="1000"/>
              <a:buNone/>
              <a:defRPr sz="1000">
                <a:solidFill>
                  <a:srgbClr val="000000"/>
                </a:solidFill>
              </a:defRPr>
            </a:lvl2pPr>
            <a:lvl3pPr lvl="2">
              <a:lnSpc>
                <a:spcPct val="100000"/>
              </a:lnSpc>
              <a:spcBef>
                <a:spcPts val="0"/>
              </a:spcBef>
              <a:spcAft>
                <a:spcPts val="0"/>
              </a:spcAft>
              <a:buClr>
                <a:srgbClr val="000000"/>
              </a:buClr>
              <a:buSzPts val="1000"/>
              <a:buNone/>
              <a:defRPr sz="1000">
                <a:solidFill>
                  <a:srgbClr val="000000"/>
                </a:solidFill>
              </a:defRPr>
            </a:lvl3pPr>
            <a:lvl4pPr lvl="3">
              <a:lnSpc>
                <a:spcPct val="100000"/>
              </a:lnSpc>
              <a:spcBef>
                <a:spcPts val="0"/>
              </a:spcBef>
              <a:spcAft>
                <a:spcPts val="0"/>
              </a:spcAft>
              <a:buClr>
                <a:srgbClr val="000000"/>
              </a:buClr>
              <a:buSzPts val="1000"/>
              <a:buNone/>
              <a:defRPr sz="1000">
                <a:solidFill>
                  <a:srgbClr val="000000"/>
                </a:solidFill>
              </a:defRPr>
            </a:lvl4pPr>
            <a:lvl5pPr lvl="4">
              <a:lnSpc>
                <a:spcPct val="100000"/>
              </a:lnSpc>
              <a:spcBef>
                <a:spcPts val="0"/>
              </a:spcBef>
              <a:spcAft>
                <a:spcPts val="0"/>
              </a:spcAft>
              <a:buClr>
                <a:srgbClr val="000000"/>
              </a:buClr>
              <a:buSzPts val="1000"/>
              <a:buNone/>
              <a:defRPr sz="1000">
                <a:solidFill>
                  <a:srgbClr val="000000"/>
                </a:solidFill>
              </a:defRPr>
            </a:lvl5pPr>
            <a:lvl6pPr lvl="5">
              <a:lnSpc>
                <a:spcPct val="100000"/>
              </a:lnSpc>
              <a:spcBef>
                <a:spcPts val="0"/>
              </a:spcBef>
              <a:spcAft>
                <a:spcPts val="0"/>
              </a:spcAft>
              <a:buClr>
                <a:srgbClr val="000000"/>
              </a:buClr>
              <a:buSzPts val="1000"/>
              <a:buNone/>
              <a:defRPr sz="1000">
                <a:solidFill>
                  <a:srgbClr val="000000"/>
                </a:solidFill>
              </a:defRPr>
            </a:lvl6pPr>
            <a:lvl7pPr lvl="6">
              <a:lnSpc>
                <a:spcPct val="100000"/>
              </a:lnSpc>
              <a:spcBef>
                <a:spcPts val="0"/>
              </a:spcBef>
              <a:spcAft>
                <a:spcPts val="0"/>
              </a:spcAft>
              <a:buClr>
                <a:srgbClr val="000000"/>
              </a:buClr>
              <a:buSzPts val="1000"/>
              <a:buNone/>
              <a:defRPr sz="1000">
                <a:solidFill>
                  <a:srgbClr val="000000"/>
                </a:solidFill>
              </a:defRPr>
            </a:lvl7pPr>
            <a:lvl8pPr lvl="7">
              <a:lnSpc>
                <a:spcPct val="100000"/>
              </a:lnSpc>
              <a:spcBef>
                <a:spcPts val="0"/>
              </a:spcBef>
              <a:spcAft>
                <a:spcPts val="0"/>
              </a:spcAft>
              <a:buClr>
                <a:srgbClr val="000000"/>
              </a:buClr>
              <a:buSzPts val="1000"/>
              <a:buNone/>
              <a:defRPr sz="1000">
                <a:solidFill>
                  <a:srgbClr val="000000"/>
                </a:solidFill>
              </a:defRPr>
            </a:lvl8pPr>
            <a:lvl9pPr lvl="8">
              <a:lnSpc>
                <a:spcPct val="100000"/>
              </a:lnSpc>
              <a:spcBef>
                <a:spcPts val="0"/>
              </a:spcBef>
              <a:spcAft>
                <a:spcPts val="0"/>
              </a:spcAft>
              <a:buClr>
                <a:srgbClr val="000000"/>
              </a:buClr>
              <a:buSzPts val="1000"/>
              <a:buNone/>
              <a:defRPr sz="1000">
                <a:solidFill>
                  <a:srgbClr val="000000"/>
                </a:solidFill>
              </a:defRPr>
            </a:lvl9pPr>
          </a:lstStyle>
          <a:p/>
        </p:txBody>
      </p:sp>
      <p:sp>
        <p:nvSpPr>
          <p:cNvPr id="105" name="Google Shape;105;p26"/>
          <p:cNvSpPr txBox="1"/>
          <p:nvPr>
            <p:ph type="ctrTitle"/>
          </p:nvPr>
        </p:nvSpPr>
        <p:spPr>
          <a:xfrm>
            <a:off x="-533400" y="2047350"/>
            <a:ext cx="3024300" cy="384900"/>
          </a:xfrm>
          <a:prstGeom prst="rect">
            <a:avLst/>
          </a:prstGeom>
          <a:ln>
            <a:noFill/>
          </a:ln>
        </p:spPr>
        <p:txBody>
          <a:bodyPr anchorCtr="0" anchor="b" bIns="91425" lIns="91425" spcFirstLastPara="1" rIns="91425" wrap="square" tIns="91425">
            <a:noAutofit/>
          </a:bodyPr>
          <a:lstStyle>
            <a:lvl1pPr lvl="0" algn="r">
              <a:spcBef>
                <a:spcPts val="0"/>
              </a:spcBef>
              <a:spcAft>
                <a:spcPts val="0"/>
              </a:spcAft>
              <a:buSzPts val="1600"/>
              <a:buNone/>
              <a:defRPr sz="1600"/>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106" name="Google Shape;106;p26"/>
          <p:cNvSpPr txBox="1"/>
          <p:nvPr>
            <p:ph idx="3" type="ctrTitle"/>
          </p:nvPr>
        </p:nvSpPr>
        <p:spPr>
          <a:xfrm>
            <a:off x="4702174" y="664293"/>
            <a:ext cx="2619300" cy="3849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600"/>
              <a:buNone/>
              <a:defRPr sz="1600"/>
            </a:lvl1pPr>
            <a:lvl2pPr lvl="1">
              <a:spcBef>
                <a:spcPts val="0"/>
              </a:spcBef>
              <a:spcAft>
                <a:spcPts val="0"/>
              </a:spcAft>
              <a:buSzPts val="1600"/>
              <a:buNone/>
              <a:defRPr sz="1600"/>
            </a:lvl2pPr>
            <a:lvl3pPr lvl="2">
              <a:spcBef>
                <a:spcPts val="0"/>
              </a:spcBef>
              <a:spcAft>
                <a:spcPts val="0"/>
              </a:spcAft>
              <a:buSzPts val="1600"/>
              <a:buNone/>
              <a:defRPr sz="1600"/>
            </a:lvl3pPr>
            <a:lvl4pPr lvl="3">
              <a:spcBef>
                <a:spcPts val="0"/>
              </a:spcBef>
              <a:spcAft>
                <a:spcPts val="0"/>
              </a:spcAft>
              <a:buSzPts val="1600"/>
              <a:buNone/>
              <a:defRPr sz="1600"/>
            </a:lvl4pPr>
            <a:lvl5pPr lvl="4">
              <a:spcBef>
                <a:spcPts val="0"/>
              </a:spcBef>
              <a:spcAft>
                <a:spcPts val="0"/>
              </a:spcAft>
              <a:buSzPts val="1600"/>
              <a:buNone/>
              <a:defRPr sz="1600"/>
            </a:lvl5pPr>
            <a:lvl6pPr lvl="5">
              <a:spcBef>
                <a:spcPts val="0"/>
              </a:spcBef>
              <a:spcAft>
                <a:spcPts val="0"/>
              </a:spcAft>
              <a:buSzPts val="1600"/>
              <a:buNone/>
              <a:defRPr sz="1600"/>
            </a:lvl6pPr>
            <a:lvl7pPr lvl="6">
              <a:spcBef>
                <a:spcPts val="0"/>
              </a:spcBef>
              <a:spcAft>
                <a:spcPts val="0"/>
              </a:spcAft>
              <a:buSzPts val="1600"/>
              <a:buNone/>
              <a:defRPr sz="1600"/>
            </a:lvl7pPr>
            <a:lvl8pPr lvl="7">
              <a:spcBef>
                <a:spcPts val="0"/>
              </a:spcBef>
              <a:spcAft>
                <a:spcPts val="0"/>
              </a:spcAft>
              <a:buSzPts val="1600"/>
              <a:buNone/>
              <a:defRPr sz="1600"/>
            </a:lvl8pPr>
            <a:lvl9pPr lvl="8">
              <a:spcBef>
                <a:spcPts val="0"/>
              </a:spcBef>
              <a:spcAft>
                <a:spcPts val="0"/>
              </a:spcAft>
              <a:buSzPts val="1600"/>
              <a:buNone/>
              <a:defRPr sz="1600"/>
            </a:lvl9pPr>
          </a:lstStyle>
          <a:p/>
        </p:txBody>
      </p:sp>
      <p:sp>
        <p:nvSpPr>
          <p:cNvPr id="107" name="Google Shape;107;p26"/>
          <p:cNvSpPr txBox="1"/>
          <p:nvPr>
            <p:ph idx="4" type="subTitle"/>
          </p:nvPr>
        </p:nvSpPr>
        <p:spPr>
          <a:xfrm>
            <a:off x="4702174" y="3788925"/>
            <a:ext cx="22149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000000"/>
              </a:buClr>
              <a:buSzPts val="1000"/>
              <a:buNone/>
              <a:defRPr sz="1000">
                <a:solidFill>
                  <a:srgbClr val="000000"/>
                </a:solidFill>
              </a:defRPr>
            </a:lvl1pPr>
            <a:lvl2pPr lvl="1">
              <a:lnSpc>
                <a:spcPct val="100000"/>
              </a:lnSpc>
              <a:spcBef>
                <a:spcPts val="0"/>
              </a:spcBef>
              <a:spcAft>
                <a:spcPts val="0"/>
              </a:spcAft>
              <a:buClr>
                <a:srgbClr val="000000"/>
              </a:buClr>
              <a:buSzPts val="1000"/>
              <a:buNone/>
              <a:defRPr sz="1000">
                <a:solidFill>
                  <a:srgbClr val="000000"/>
                </a:solidFill>
              </a:defRPr>
            </a:lvl2pPr>
            <a:lvl3pPr lvl="2">
              <a:lnSpc>
                <a:spcPct val="100000"/>
              </a:lnSpc>
              <a:spcBef>
                <a:spcPts val="0"/>
              </a:spcBef>
              <a:spcAft>
                <a:spcPts val="0"/>
              </a:spcAft>
              <a:buClr>
                <a:srgbClr val="000000"/>
              </a:buClr>
              <a:buSzPts val="1000"/>
              <a:buNone/>
              <a:defRPr sz="1000">
                <a:solidFill>
                  <a:srgbClr val="000000"/>
                </a:solidFill>
              </a:defRPr>
            </a:lvl3pPr>
            <a:lvl4pPr lvl="3">
              <a:lnSpc>
                <a:spcPct val="100000"/>
              </a:lnSpc>
              <a:spcBef>
                <a:spcPts val="0"/>
              </a:spcBef>
              <a:spcAft>
                <a:spcPts val="0"/>
              </a:spcAft>
              <a:buClr>
                <a:srgbClr val="000000"/>
              </a:buClr>
              <a:buSzPts val="1000"/>
              <a:buNone/>
              <a:defRPr sz="1000">
                <a:solidFill>
                  <a:srgbClr val="000000"/>
                </a:solidFill>
              </a:defRPr>
            </a:lvl4pPr>
            <a:lvl5pPr lvl="4">
              <a:lnSpc>
                <a:spcPct val="100000"/>
              </a:lnSpc>
              <a:spcBef>
                <a:spcPts val="0"/>
              </a:spcBef>
              <a:spcAft>
                <a:spcPts val="0"/>
              </a:spcAft>
              <a:buClr>
                <a:srgbClr val="000000"/>
              </a:buClr>
              <a:buSzPts val="1000"/>
              <a:buNone/>
              <a:defRPr sz="1000">
                <a:solidFill>
                  <a:srgbClr val="000000"/>
                </a:solidFill>
              </a:defRPr>
            </a:lvl5pPr>
            <a:lvl6pPr lvl="5">
              <a:lnSpc>
                <a:spcPct val="100000"/>
              </a:lnSpc>
              <a:spcBef>
                <a:spcPts val="0"/>
              </a:spcBef>
              <a:spcAft>
                <a:spcPts val="0"/>
              </a:spcAft>
              <a:buClr>
                <a:srgbClr val="000000"/>
              </a:buClr>
              <a:buSzPts val="1000"/>
              <a:buNone/>
              <a:defRPr sz="1000">
                <a:solidFill>
                  <a:srgbClr val="000000"/>
                </a:solidFill>
              </a:defRPr>
            </a:lvl6pPr>
            <a:lvl7pPr lvl="6">
              <a:lnSpc>
                <a:spcPct val="100000"/>
              </a:lnSpc>
              <a:spcBef>
                <a:spcPts val="0"/>
              </a:spcBef>
              <a:spcAft>
                <a:spcPts val="0"/>
              </a:spcAft>
              <a:buClr>
                <a:srgbClr val="000000"/>
              </a:buClr>
              <a:buSzPts val="1000"/>
              <a:buNone/>
              <a:defRPr sz="1000">
                <a:solidFill>
                  <a:srgbClr val="000000"/>
                </a:solidFill>
              </a:defRPr>
            </a:lvl7pPr>
            <a:lvl8pPr lvl="7">
              <a:lnSpc>
                <a:spcPct val="100000"/>
              </a:lnSpc>
              <a:spcBef>
                <a:spcPts val="0"/>
              </a:spcBef>
              <a:spcAft>
                <a:spcPts val="0"/>
              </a:spcAft>
              <a:buClr>
                <a:srgbClr val="000000"/>
              </a:buClr>
              <a:buSzPts val="1000"/>
              <a:buNone/>
              <a:defRPr sz="1000">
                <a:solidFill>
                  <a:srgbClr val="000000"/>
                </a:solidFill>
              </a:defRPr>
            </a:lvl8pPr>
            <a:lvl9pPr lvl="8">
              <a:lnSpc>
                <a:spcPct val="100000"/>
              </a:lnSpc>
              <a:spcBef>
                <a:spcPts val="0"/>
              </a:spcBef>
              <a:spcAft>
                <a:spcPts val="0"/>
              </a:spcAft>
              <a:buClr>
                <a:srgbClr val="000000"/>
              </a:buClr>
              <a:buSzPts val="1000"/>
              <a:buNone/>
              <a:defRPr sz="1000">
                <a:solidFill>
                  <a:srgbClr val="000000"/>
                </a:solidFill>
              </a:defRPr>
            </a:lvl9pPr>
          </a:lstStyle>
          <a:p/>
        </p:txBody>
      </p:sp>
      <p:sp>
        <p:nvSpPr>
          <p:cNvPr id="108" name="Google Shape;108;p26"/>
          <p:cNvSpPr txBox="1"/>
          <p:nvPr>
            <p:ph idx="5" type="ctrTitle"/>
          </p:nvPr>
        </p:nvSpPr>
        <p:spPr>
          <a:xfrm>
            <a:off x="4702174" y="3389725"/>
            <a:ext cx="2475600" cy="3849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600"/>
              <a:buNone/>
              <a:defRPr sz="1600"/>
            </a:lvl1pPr>
            <a:lvl2pPr lvl="1">
              <a:spcBef>
                <a:spcPts val="0"/>
              </a:spcBef>
              <a:spcAft>
                <a:spcPts val="0"/>
              </a:spcAft>
              <a:buSzPts val="1600"/>
              <a:buNone/>
              <a:defRPr sz="1600"/>
            </a:lvl2pPr>
            <a:lvl3pPr lvl="2">
              <a:spcBef>
                <a:spcPts val="0"/>
              </a:spcBef>
              <a:spcAft>
                <a:spcPts val="0"/>
              </a:spcAft>
              <a:buSzPts val="1600"/>
              <a:buNone/>
              <a:defRPr sz="1600"/>
            </a:lvl3pPr>
            <a:lvl4pPr lvl="3">
              <a:spcBef>
                <a:spcPts val="0"/>
              </a:spcBef>
              <a:spcAft>
                <a:spcPts val="0"/>
              </a:spcAft>
              <a:buSzPts val="1600"/>
              <a:buNone/>
              <a:defRPr sz="1600"/>
            </a:lvl4pPr>
            <a:lvl5pPr lvl="4">
              <a:spcBef>
                <a:spcPts val="0"/>
              </a:spcBef>
              <a:spcAft>
                <a:spcPts val="0"/>
              </a:spcAft>
              <a:buSzPts val="1600"/>
              <a:buNone/>
              <a:defRPr sz="1600"/>
            </a:lvl5pPr>
            <a:lvl6pPr lvl="5">
              <a:spcBef>
                <a:spcPts val="0"/>
              </a:spcBef>
              <a:spcAft>
                <a:spcPts val="0"/>
              </a:spcAft>
              <a:buSzPts val="1600"/>
              <a:buNone/>
              <a:defRPr sz="1600"/>
            </a:lvl6pPr>
            <a:lvl7pPr lvl="6">
              <a:spcBef>
                <a:spcPts val="0"/>
              </a:spcBef>
              <a:spcAft>
                <a:spcPts val="0"/>
              </a:spcAft>
              <a:buSzPts val="1600"/>
              <a:buNone/>
              <a:defRPr sz="1600"/>
            </a:lvl7pPr>
            <a:lvl8pPr lvl="7">
              <a:spcBef>
                <a:spcPts val="0"/>
              </a:spcBef>
              <a:spcAft>
                <a:spcPts val="0"/>
              </a:spcAft>
              <a:buSzPts val="1600"/>
              <a:buNone/>
              <a:defRPr sz="1600"/>
            </a:lvl8pPr>
            <a:lvl9pPr lvl="8">
              <a:spcBef>
                <a:spcPts val="0"/>
              </a:spcBef>
              <a:spcAft>
                <a:spcPts val="0"/>
              </a:spcAft>
              <a:buSzPts val="1600"/>
              <a:buNone/>
              <a:defRPr sz="1600"/>
            </a:lvl9pPr>
          </a:lstStyle>
          <a:p/>
        </p:txBody>
      </p:sp>
      <p:sp>
        <p:nvSpPr>
          <p:cNvPr id="109" name="Google Shape;109;p26"/>
          <p:cNvSpPr txBox="1"/>
          <p:nvPr>
            <p:ph idx="6" type="ctrTitle"/>
          </p:nvPr>
        </p:nvSpPr>
        <p:spPr>
          <a:xfrm rot="5400000">
            <a:off x="6860962" y="1407498"/>
            <a:ext cx="24498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10" name="Shape 110"/>
        <p:cNvGrpSpPr/>
        <p:nvPr/>
      </p:nvGrpSpPr>
      <p:grpSpPr>
        <a:xfrm>
          <a:off x="0" y="0"/>
          <a:ext cx="0" cy="0"/>
          <a:chOff x="0" y="0"/>
          <a:chExt cx="0" cy="0"/>
        </a:xfrm>
      </p:grpSpPr>
      <p:sp>
        <p:nvSpPr>
          <p:cNvPr id="111" name="Google Shape;111;p27"/>
          <p:cNvSpPr txBox="1"/>
          <p:nvPr>
            <p:ph type="ctrTitle"/>
          </p:nvPr>
        </p:nvSpPr>
        <p:spPr>
          <a:xfrm>
            <a:off x="631875" y="842025"/>
            <a:ext cx="28713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27"/>
          <p:cNvSpPr txBox="1"/>
          <p:nvPr>
            <p:ph idx="1" type="subTitle"/>
          </p:nvPr>
        </p:nvSpPr>
        <p:spPr>
          <a:xfrm>
            <a:off x="631884" y="1410841"/>
            <a:ext cx="2480700" cy="537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13" name="Google Shape;113;p27"/>
          <p:cNvSpPr txBox="1"/>
          <p:nvPr>
            <p:ph idx="2" type="ctrTitle"/>
          </p:nvPr>
        </p:nvSpPr>
        <p:spPr>
          <a:xfrm>
            <a:off x="4213664" y="842025"/>
            <a:ext cx="26979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4" name="Google Shape;114;p27"/>
          <p:cNvSpPr txBox="1"/>
          <p:nvPr>
            <p:ph idx="3" type="subTitle"/>
          </p:nvPr>
        </p:nvSpPr>
        <p:spPr>
          <a:xfrm>
            <a:off x="4213664" y="1410841"/>
            <a:ext cx="2586000" cy="745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15" name="Google Shape;115;p27"/>
          <p:cNvSpPr txBox="1"/>
          <p:nvPr>
            <p:ph idx="4" type="ctrTitle"/>
          </p:nvPr>
        </p:nvSpPr>
        <p:spPr>
          <a:xfrm>
            <a:off x="631883" y="3331927"/>
            <a:ext cx="28713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6" name="Google Shape;116;p27"/>
          <p:cNvSpPr txBox="1"/>
          <p:nvPr>
            <p:ph idx="5" type="subTitle"/>
          </p:nvPr>
        </p:nvSpPr>
        <p:spPr>
          <a:xfrm>
            <a:off x="631884" y="3914208"/>
            <a:ext cx="2480700" cy="946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17" name="Google Shape;117;p27"/>
          <p:cNvSpPr txBox="1"/>
          <p:nvPr>
            <p:ph idx="6" type="ctrTitle"/>
          </p:nvPr>
        </p:nvSpPr>
        <p:spPr>
          <a:xfrm rot="5400000">
            <a:off x="6685437" y="1646270"/>
            <a:ext cx="29133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18" name="Google Shape;118;p27"/>
          <p:cNvSpPr txBox="1"/>
          <p:nvPr>
            <p:ph idx="7" type="ctrTitle"/>
          </p:nvPr>
        </p:nvSpPr>
        <p:spPr>
          <a:xfrm>
            <a:off x="4213664" y="3331934"/>
            <a:ext cx="25860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9" name="Google Shape;119;p27"/>
          <p:cNvSpPr txBox="1"/>
          <p:nvPr>
            <p:ph idx="8" type="subTitle"/>
          </p:nvPr>
        </p:nvSpPr>
        <p:spPr>
          <a:xfrm>
            <a:off x="4213664" y="3914208"/>
            <a:ext cx="2586000" cy="745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120" name="Shape 120"/>
        <p:cNvGrpSpPr/>
        <p:nvPr/>
      </p:nvGrpSpPr>
      <p:grpSpPr>
        <a:xfrm>
          <a:off x="0" y="0"/>
          <a:ext cx="0" cy="0"/>
          <a:chOff x="0" y="0"/>
          <a:chExt cx="0" cy="0"/>
        </a:xfrm>
      </p:grpSpPr>
      <p:sp>
        <p:nvSpPr>
          <p:cNvPr id="121" name="Google Shape;121;p28"/>
          <p:cNvSpPr txBox="1"/>
          <p:nvPr>
            <p:ph type="ctrTitle"/>
          </p:nvPr>
        </p:nvSpPr>
        <p:spPr>
          <a:xfrm>
            <a:off x="656422" y="1394416"/>
            <a:ext cx="18813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2" name="Google Shape;122;p28"/>
          <p:cNvSpPr txBox="1"/>
          <p:nvPr>
            <p:ph idx="1" type="subTitle"/>
          </p:nvPr>
        </p:nvSpPr>
        <p:spPr>
          <a:xfrm>
            <a:off x="656425" y="1886725"/>
            <a:ext cx="15639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23" name="Google Shape;123;p28"/>
          <p:cNvSpPr txBox="1"/>
          <p:nvPr>
            <p:ph idx="2" type="ctrTitle"/>
          </p:nvPr>
        </p:nvSpPr>
        <p:spPr>
          <a:xfrm>
            <a:off x="2650710" y="1394416"/>
            <a:ext cx="1881300" cy="644700"/>
          </a:xfrm>
          <a:prstGeom prst="rect">
            <a:avLst/>
          </a:prstGeom>
          <a:ln>
            <a:noFill/>
          </a:ln>
        </p:spPr>
        <p:txBody>
          <a:bodyPr anchorCtr="0" anchor="b" bIns="91425" lIns="91425" spcFirstLastPara="1" rIns="91425" wrap="square" tIns="91425">
            <a:noAutofit/>
          </a:bodyPr>
          <a:lstStyle>
            <a:lvl1pPr lvl="0" algn="ctr">
              <a:spcBef>
                <a:spcPts val="0"/>
              </a:spcBef>
              <a:spcAft>
                <a:spcPts val="0"/>
              </a:spcAft>
              <a:buSzPts val="1800"/>
              <a:buNone/>
              <a:defRPr sz="1800"/>
            </a:lvl1pPr>
            <a:lvl2pPr lvl="1" algn="ctr">
              <a:spcBef>
                <a:spcPts val="0"/>
              </a:spcBef>
              <a:spcAft>
                <a:spcPts val="0"/>
              </a:spcAft>
              <a:buSzPts val="1800"/>
              <a:buNone/>
              <a:defRPr sz="1800"/>
            </a:lvl2pPr>
            <a:lvl3pPr lvl="2" algn="ctr">
              <a:spcBef>
                <a:spcPts val="0"/>
              </a:spcBef>
              <a:spcAft>
                <a:spcPts val="0"/>
              </a:spcAft>
              <a:buSzPts val="1800"/>
              <a:buNone/>
              <a:defRPr sz="1800"/>
            </a:lvl3pPr>
            <a:lvl4pPr lvl="3" algn="ctr">
              <a:spcBef>
                <a:spcPts val="0"/>
              </a:spcBef>
              <a:spcAft>
                <a:spcPts val="0"/>
              </a:spcAft>
              <a:buSzPts val="1800"/>
              <a:buNone/>
              <a:defRPr sz="1800"/>
            </a:lvl4pPr>
            <a:lvl5pPr lvl="4" algn="ctr">
              <a:spcBef>
                <a:spcPts val="0"/>
              </a:spcBef>
              <a:spcAft>
                <a:spcPts val="0"/>
              </a:spcAft>
              <a:buSzPts val="1800"/>
              <a:buNone/>
              <a:defRPr sz="1800"/>
            </a:lvl5pPr>
            <a:lvl6pPr lvl="5" algn="ctr">
              <a:spcBef>
                <a:spcPts val="0"/>
              </a:spcBef>
              <a:spcAft>
                <a:spcPts val="0"/>
              </a:spcAft>
              <a:buSzPts val="1800"/>
              <a:buNone/>
              <a:defRPr sz="1800"/>
            </a:lvl6pPr>
            <a:lvl7pPr lvl="6" algn="ctr">
              <a:spcBef>
                <a:spcPts val="0"/>
              </a:spcBef>
              <a:spcAft>
                <a:spcPts val="0"/>
              </a:spcAft>
              <a:buSzPts val="1800"/>
              <a:buNone/>
              <a:defRPr sz="1800"/>
            </a:lvl7pPr>
            <a:lvl8pPr lvl="7" algn="ctr">
              <a:spcBef>
                <a:spcPts val="0"/>
              </a:spcBef>
              <a:spcAft>
                <a:spcPts val="0"/>
              </a:spcAft>
              <a:buSzPts val="1800"/>
              <a:buNone/>
              <a:defRPr sz="1800"/>
            </a:lvl8pPr>
            <a:lvl9pPr lvl="8" algn="ctr">
              <a:spcBef>
                <a:spcPts val="0"/>
              </a:spcBef>
              <a:spcAft>
                <a:spcPts val="0"/>
              </a:spcAft>
              <a:buSzPts val="1800"/>
              <a:buNone/>
              <a:defRPr sz="1800"/>
            </a:lvl9pPr>
          </a:lstStyle>
          <a:p/>
        </p:txBody>
      </p:sp>
      <p:sp>
        <p:nvSpPr>
          <p:cNvPr id="124" name="Google Shape;124;p28"/>
          <p:cNvSpPr txBox="1"/>
          <p:nvPr>
            <p:ph idx="3" type="subTitle"/>
          </p:nvPr>
        </p:nvSpPr>
        <p:spPr>
          <a:xfrm>
            <a:off x="2610700" y="1886725"/>
            <a:ext cx="1961400" cy="11124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000"/>
              <a:buNone/>
              <a:defRPr sz="1000"/>
            </a:lvl1pPr>
            <a:lvl2pPr lvl="1" algn="ctr">
              <a:lnSpc>
                <a:spcPct val="100000"/>
              </a:lnSpc>
              <a:spcBef>
                <a:spcPts val="0"/>
              </a:spcBef>
              <a:spcAft>
                <a:spcPts val="0"/>
              </a:spcAft>
              <a:buSzPts val="1000"/>
              <a:buNone/>
              <a:defRPr sz="1000"/>
            </a:lvl2pPr>
            <a:lvl3pPr lvl="2" algn="ctr">
              <a:lnSpc>
                <a:spcPct val="100000"/>
              </a:lnSpc>
              <a:spcBef>
                <a:spcPts val="0"/>
              </a:spcBef>
              <a:spcAft>
                <a:spcPts val="0"/>
              </a:spcAft>
              <a:buSzPts val="1000"/>
              <a:buNone/>
              <a:defRPr sz="1000"/>
            </a:lvl3pPr>
            <a:lvl4pPr lvl="3" algn="ctr">
              <a:lnSpc>
                <a:spcPct val="100000"/>
              </a:lnSpc>
              <a:spcBef>
                <a:spcPts val="0"/>
              </a:spcBef>
              <a:spcAft>
                <a:spcPts val="0"/>
              </a:spcAft>
              <a:buSzPts val="1000"/>
              <a:buNone/>
              <a:defRPr sz="1000"/>
            </a:lvl4pPr>
            <a:lvl5pPr lvl="4" algn="ctr">
              <a:lnSpc>
                <a:spcPct val="100000"/>
              </a:lnSpc>
              <a:spcBef>
                <a:spcPts val="0"/>
              </a:spcBef>
              <a:spcAft>
                <a:spcPts val="0"/>
              </a:spcAft>
              <a:buSzPts val="1000"/>
              <a:buNone/>
              <a:defRPr sz="1000"/>
            </a:lvl5pPr>
            <a:lvl6pPr lvl="5" algn="ctr">
              <a:lnSpc>
                <a:spcPct val="100000"/>
              </a:lnSpc>
              <a:spcBef>
                <a:spcPts val="0"/>
              </a:spcBef>
              <a:spcAft>
                <a:spcPts val="0"/>
              </a:spcAft>
              <a:buSzPts val="1000"/>
              <a:buNone/>
              <a:defRPr sz="1000"/>
            </a:lvl6pPr>
            <a:lvl7pPr lvl="6" algn="ctr">
              <a:lnSpc>
                <a:spcPct val="100000"/>
              </a:lnSpc>
              <a:spcBef>
                <a:spcPts val="0"/>
              </a:spcBef>
              <a:spcAft>
                <a:spcPts val="0"/>
              </a:spcAft>
              <a:buSzPts val="1000"/>
              <a:buNone/>
              <a:defRPr sz="1000"/>
            </a:lvl7pPr>
            <a:lvl8pPr lvl="7" algn="ctr">
              <a:lnSpc>
                <a:spcPct val="100000"/>
              </a:lnSpc>
              <a:spcBef>
                <a:spcPts val="0"/>
              </a:spcBef>
              <a:spcAft>
                <a:spcPts val="0"/>
              </a:spcAft>
              <a:buSzPts val="1000"/>
              <a:buNone/>
              <a:defRPr sz="1000"/>
            </a:lvl8pPr>
            <a:lvl9pPr lvl="8" algn="ctr">
              <a:lnSpc>
                <a:spcPct val="100000"/>
              </a:lnSpc>
              <a:spcBef>
                <a:spcPts val="0"/>
              </a:spcBef>
              <a:spcAft>
                <a:spcPts val="0"/>
              </a:spcAft>
              <a:buSzPts val="1000"/>
              <a:buNone/>
              <a:defRPr sz="1000"/>
            </a:lvl9pPr>
          </a:lstStyle>
          <a:p/>
        </p:txBody>
      </p:sp>
      <p:sp>
        <p:nvSpPr>
          <p:cNvPr id="125" name="Google Shape;125;p28"/>
          <p:cNvSpPr txBox="1"/>
          <p:nvPr>
            <p:ph idx="4" type="ctrTitle"/>
          </p:nvPr>
        </p:nvSpPr>
        <p:spPr>
          <a:xfrm>
            <a:off x="4638106" y="1394416"/>
            <a:ext cx="1881300" cy="644700"/>
          </a:xfrm>
          <a:prstGeom prst="rect">
            <a:avLst/>
          </a:prstGeom>
          <a:ln>
            <a:noFill/>
          </a:ln>
        </p:spPr>
        <p:txBody>
          <a:bodyPr anchorCtr="0" anchor="b" bIns="91425" lIns="91425" spcFirstLastPara="1" rIns="91425" wrap="square" tIns="91425">
            <a:noAutofit/>
          </a:bodyPr>
          <a:lstStyle>
            <a:lvl1pPr lvl="0" algn="r">
              <a:spcBef>
                <a:spcPts val="0"/>
              </a:spcBef>
              <a:spcAft>
                <a:spcPts val="0"/>
              </a:spcAft>
              <a:buSzPts val="1800"/>
              <a:buNone/>
              <a:defRPr sz="1800"/>
            </a:lvl1pPr>
            <a:lvl2pPr lvl="1" algn="r">
              <a:spcBef>
                <a:spcPts val="0"/>
              </a:spcBef>
              <a:spcAft>
                <a:spcPts val="0"/>
              </a:spcAft>
              <a:buSzPts val="1800"/>
              <a:buNone/>
              <a:defRPr sz="1800"/>
            </a:lvl2pPr>
            <a:lvl3pPr lvl="2" algn="r">
              <a:spcBef>
                <a:spcPts val="0"/>
              </a:spcBef>
              <a:spcAft>
                <a:spcPts val="0"/>
              </a:spcAft>
              <a:buSzPts val="1800"/>
              <a:buNone/>
              <a:defRPr sz="1800"/>
            </a:lvl3pPr>
            <a:lvl4pPr lvl="3" algn="r">
              <a:spcBef>
                <a:spcPts val="0"/>
              </a:spcBef>
              <a:spcAft>
                <a:spcPts val="0"/>
              </a:spcAft>
              <a:buSzPts val="1800"/>
              <a:buNone/>
              <a:defRPr sz="1800"/>
            </a:lvl4pPr>
            <a:lvl5pPr lvl="4" algn="r">
              <a:spcBef>
                <a:spcPts val="0"/>
              </a:spcBef>
              <a:spcAft>
                <a:spcPts val="0"/>
              </a:spcAft>
              <a:buSzPts val="1800"/>
              <a:buNone/>
              <a:defRPr sz="1800"/>
            </a:lvl5pPr>
            <a:lvl6pPr lvl="5" algn="r">
              <a:spcBef>
                <a:spcPts val="0"/>
              </a:spcBef>
              <a:spcAft>
                <a:spcPts val="0"/>
              </a:spcAft>
              <a:buSzPts val="1800"/>
              <a:buNone/>
              <a:defRPr sz="1800"/>
            </a:lvl6pPr>
            <a:lvl7pPr lvl="6" algn="r">
              <a:spcBef>
                <a:spcPts val="0"/>
              </a:spcBef>
              <a:spcAft>
                <a:spcPts val="0"/>
              </a:spcAft>
              <a:buSzPts val="1800"/>
              <a:buNone/>
              <a:defRPr sz="1800"/>
            </a:lvl7pPr>
            <a:lvl8pPr lvl="7" algn="r">
              <a:spcBef>
                <a:spcPts val="0"/>
              </a:spcBef>
              <a:spcAft>
                <a:spcPts val="0"/>
              </a:spcAft>
              <a:buSzPts val="1800"/>
              <a:buNone/>
              <a:defRPr sz="1800"/>
            </a:lvl8pPr>
            <a:lvl9pPr lvl="8" algn="r">
              <a:spcBef>
                <a:spcPts val="0"/>
              </a:spcBef>
              <a:spcAft>
                <a:spcPts val="0"/>
              </a:spcAft>
              <a:buSzPts val="1800"/>
              <a:buNone/>
              <a:defRPr sz="1800"/>
            </a:lvl9pPr>
          </a:lstStyle>
          <a:p/>
        </p:txBody>
      </p:sp>
      <p:sp>
        <p:nvSpPr>
          <p:cNvPr id="126" name="Google Shape;126;p28"/>
          <p:cNvSpPr txBox="1"/>
          <p:nvPr>
            <p:ph idx="5" type="subTitle"/>
          </p:nvPr>
        </p:nvSpPr>
        <p:spPr>
          <a:xfrm>
            <a:off x="4878076" y="1886725"/>
            <a:ext cx="1648200" cy="11124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SzPts val="1000"/>
              <a:buNone/>
              <a:defRPr sz="1000"/>
            </a:lvl1pPr>
            <a:lvl2pPr lvl="1" algn="r">
              <a:lnSpc>
                <a:spcPct val="100000"/>
              </a:lnSpc>
              <a:spcBef>
                <a:spcPts val="0"/>
              </a:spcBef>
              <a:spcAft>
                <a:spcPts val="0"/>
              </a:spcAft>
              <a:buSzPts val="1000"/>
              <a:buNone/>
              <a:defRPr sz="1000"/>
            </a:lvl2pPr>
            <a:lvl3pPr lvl="2" algn="r">
              <a:lnSpc>
                <a:spcPct val="100000"/>
              </a:lnSpc>
              <a:spcBef>
                <a:spcPts val="0"/>
              </a:spcBef>
              <a:spcAft>
                <a:spcPts val="0"/>
              </a:spcAft>
              <a:buSzPts val="1000"/>
              <a:buNone/>
              <a:defRPr sz="1000"/>
            </a:lvl3pPr>
            <a:lvl4pPr lvl="3" algn="r">
              <a:lnSpc>
                <a:spcPct val="100000"/>
              </a:lnSpc>
              <a:spcBef>
                <a:spcPts val="0"/>
              </a:spcBef>
              <a:spcAft>
                <a:spcPts val="0"/>
              </a:spcAft>
              <a:buSzPts val="1000"/>
              <a:buNone/>
              <a:defRPr sz="1000"/>
            </a:lvl4pPr>
            <a:lvl5pPr lvl="4" algn="r">
              <a:lnSpc>
                <a:spcPct val="100000"/>
              </a:lnSpc>
              <a:spcBef>
                <a:spcPts val="0"/>
              </a:spcBef>
              <a:spcAft>
                <a:spcPts val="0"/>
              </a:spcAft>
              <a:buSzPts val="1000"/>
              <a:buNone/>
              <a:defRPr sz="1000"/>
            </a:lvl5pPr>
            <a:lvl6pPr lvl="5" algn="r">
              <a:lnSpc>
                <a:spcPct val="100000"/>
              </a:lnSpc>
              <a:spcBef>
                <a:spcPts val="0"/>
              </a:spcBef>
              <a:spcAft>
                <a:spcPts val="0"/>
              </a:spcAft>
              <a:buSzPts val="1000"/>
              <a:buNone/>
              <a:defRPr sz="1000"/>
            </a:lvl6pPr>
            <a:lvl7pPr lvl="6" algn="r">
              <a:lnSpc>
                <a:spcPct val="100000"/>
              </a:lnSpc>
              <a:spcBef>
                <a:spcPts val="0"/>
              </a:spcBef>
              <a:spcAft>
                <a:spcPts val="0"/>
              </a:spcAft>
              <a:buSzPts val="1000"/>
              <a:buNone/>
              <a:defRPr sz="1000"/>
            </a:lvl7pPr>
            <a:lvl8pPr lvl="7" algn="r">
              <a:lnSpc>
                <a:spcPct val="100000"/>
              </a:lnSpc>
              <a:spcBef>
                <a:spcPts val="0"/>
              </a:spcBef>
              <a:spcAft>
                <a:spcPts val="0"/>
              </a:spcAft>
              <a:buSzPts val="1000"/>
              <a:buNone/>
              <a:defRPr sz="1000"/>
            </a:lvl8pPr>
            <a:lvl9pPr lvl="8" algn="r">
              <a:lnSpc>
                <a:spcPct val="100000"/>
              </a:lnSpc>
              <a:spcBef>
                <a:spcPts val="0"/>
              </a:spcBef>
              <a:spcAft>
                <a:spcPts val="0"/>
              </a:spcAft>
              <a:buSzPts val="1000"/>
              <a:buNone/>
              <a:defRPr sz="1000"/>
            </a:lvl9pPr>
          </a:lstStyle>
          <a:p/>
        </p:txBody>
      </p:sp>
      <p:sp>
        <p:nvSpPr>
          <p:cNvPr id="127" name="Google Shape;127;p28"/>
          <p:cNvSpPr txBox="1"/>
          <p:nvPr>
            <p:ph idx="6" type="ctrTitle"/>
          </p:nvPr>
        </p:nvSpPr>
        <p:spPr>
          <a:xfrm rot="5400000">
            <a:off x="6865575" y="1466125"/>
            <a:ext cx="2553000" cy="487500"/>
          </a:xfrm>
          <a:prstGeom prst="rect">
            <a:avLst/>
          </a:prstGeom>
        </p:spPr>
        <p:txBody>
          <a:bodyPr anchorCtr="0" anchor="ctr"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28" name="Google Shape;128;p28"/>
          <p:cNvSpPr txBox="1"/>
          <p:nvPr>
            <p:ph idx="7" type="ctrTitle"/>
          </p:nvPr>
        </p:nvSpPr>
        <p:spPr>
          <a:xfrm>
            <a:off x="656422" y="3367816"/>
            <a:ext cx="1881300" cy="6447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9" name="Google Shape;129;p28"/>
          <p:cNvSpPr txBox="1"/>
          <p:nvPr>
            <p:ph idx="8" type="subTitle"/>
          </p:nvPr>
        </p:nvSpPr>
        <p:spPr>
          <a:xfrm>
            <a:off x="656425" y="3860125"/>
            <a:ext cx="1563900" cy="1112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sz="1000"/>
            </a:lvl1pPr>
            <a:lvl2pPr lvl="1">
              <a:lnSpc>
                <a:spcPct val="100000"/>
              </a:lnSpc>
              <a:spcBef>
                <a:spcPts val="0"/>
              </a:spcBef>
              <a:spcAft>
                <a:spcPts val="0"/>
              </a:spcAft>
              <a:buSzPts val="1000"/>
              <a:buNone/>
              <a:defRPr sz="1000"/>
            </a:lvl2pPr>
            <a:lvl3pPr lvl="2">
              <a:lnSpc>
                <a:spcPct val="100000"/>
              </a:lnSpc>
              <a:spcBef>
                <a:spcPts val="0"/>
              </a:spcBef>
              <a:spcAft>
                <a:spcPts val="0"/>
              </a:spcAft>
              <a:buSzPts val="1000"/>
              <a:buNone/>
              <a:defRPr sz="1000"/>
            </a:lvl3pPr>
            <a:lvl4pPr lvl="3">
              <a:lnSpc>
                <a:spcPct val="100000"/>
              </a:lnSpc>
              <a:spcBef>
                <a:spcPts val="0"/>
              </a:spcBef>
              <a:spcAft>
                <a:spcPts val="0"/>
              </a:spcAft>
              <a:buSzPts val="1000"/>
              <a:buNone/>
              <a:defRPr sz="1000"/>
            </a:lvl4pPr>
            <a:lvl5pPr lvl="4">
              <a:lnSpc>
                <a:spcPct val="100000"/>
              </a:lnSpc>
              <a:spcBef>
                <a:spcPts val="0"/>
              </a:spcBef>
              <a:spcAft>
                <a:spcPts val="0"/>
              </a:spcAft>
              <a:buSzPts val="1000"/>
              <a:buNone/>
              <a:defRPr sz="1000"/>
            </a:lvl5pPr>
            <a:lvl6pPr lvl="5">
              <a:lnSpc>
                <a:spcPct val="100000"/>
              </a:lnSpc>
              <a:spcBef>
                <a:spcPts val="0"/>
              </a:spcBef>
              <a:spcAft>
                <a:spcPts val="0"/>
              </a:spcAft>
              <a:buSzPts val="1000"/>
              <a:buNone/>
              <a:defRPr sz="1000"/>
            </a:lvl6pPr>
            <a:lvl7pPr lvl="6">
              <a:lnSpc>
                <a:spcPct val="100000"/>
              </a:lnSpc>
              <a:spcBef>
                <a:spcPts val="0"/>
              </a:spcBef>
              <a:spcAft>
                <a:spcPts val="0"/>
              </a:spcAft>
              <a:buSzPts val="1000"/>
              <a:buNone/>
              <a:defRPr sz="1000"/>
            </a:lvl7pPr>
            <a:lvl8pPr lvl="7">
              <a:lnSpc>
                <a:spcPct val="100000"/>
              </a:lnSpc>
              <a:spcBef>
                <a:spcPts val="0"/>
              </a:spcBef>
              <a:spcAft>
                <a:spcPts val="0"/>
              </a:spcAft>
              <a:buSzPts val="1000"/>
              <a:buNone/>
              <a:defRPr sz="1000"/>
            </a:lvl8pPr>
            <a:lvl9pPr lvl="8">
              <a:lnSpc>
                <a:spcPct val="100000"/>
              </a:lnSpc>
              <a:spcBef>
                <a:spcPts val="0"/>
              </a:spcBef>
              <a:spcAft>
                <a:spcPts val="0"/>
              </a:spcAft>
              <a:buSzPts val="1000"/>
              <a:buNone/>
              <a:defRPr sz="1000"/>
            </a:lvl9pPr>
          </a:lstStyle>
          <a:p/>
        </p:txBody>
      </p:sp>
      <p:sp>
        <p:nvSpPr>
          <p:cNvPr id="130" name="Google Shape;130;p28"/>
          <p:cNvSpPr txBox="1"/>
          <p:nvPr>
            <p:ph idx="9" type="ctrTitle"/>
          </p:nvPr>
        </p:nvSpPr>
        <p:spPr>
          <a:xfrm>
            <a:off x="2650710" y="3367816"/>
            <a:ext cx="1881300" cy="644700"/>
          </a:xfrm>
          <a:prstGeom prst="rect">
            <a:avLst/>
          </a:prstGeom>
          <a:ln>
            <a:noFill/>
          </a:ln>
        </p:spPr>
        <p:txBody>
          <a:bodyPr anchorCtr="0" anchor="b" bIns="91425" lIns="91425" spcFirstLastPara="1" rIns="91425" wrap="square" tIns="91425">
            <a:noAutofit/>
          </a:bodyPr>
          <a:lstStyle>
            <a:lvl1pPr lvl="0" algn="ctr">
              <a:spcBef>
                <a:spcPts val="0"/>
              </a:spcBef>
              <a:spcAft>
                <a:spcPts val="0"/>
              </a:spcAft>
              <a:buSzPts val="1800"/>
              <a:buNone/>
              <a:defRPr sz="1800"/>
            </a:lvl1pPr>
            <a:lvl2pPr lvl="1" algn="ctr">
              <a:spcBef>
                <a:spcPts val="0"/>
              </a:spcBef>
              <a:spcAft>
                <a:spcPts val="0"/>
              </a:spcAft>
              <a:buSzPts val="1800"/>
              <a:buNone/>
              <a:defRPr sz="1800"/>
            </a:lvl2pPr>
            <a:lvl3pPr lvl="2" algn="ctr">
              <a:spcBef>
                <a:spcPts val="0"/>
              </a:spcBef>
              <a:spcAft>
                <a:spcPts val="0"/>
              </a:spcAft>
              <a:buSzPts val="1800"/>
              <a:buNone/>
              <a:defRPr sz="1800"/>
            </a:lvl3pPr>
            <a:lvl4pPr lvl="3" algn="ctr">
              <a:spcBef>
                <a:spcPts val="0"/>
              </a:spcBef>
              <a:spcAft>
                <a:spcPts val="0"/>
              </a:spcAft>
              <a:buSzPts val="1800"/>
              <a:buNone/>
              <a:defRPr sz="1800"/>
            </a:lvl4pPr>
            <a:lvl5pPr lvl="4" algn="ctr">
              <a:spcBef>
                <a:spcPts val="0"/>
              </a:spcBef>
              <a:spcAft>
                <a:spcPts val="0"/>
              </a:spcAft>
              <a:buSzPts val="1800"/>
              <a:buNone/>
              <a:defRPr sz="1800"/>
            </a:lvl5pPr>
            <a:lvl6pPr lvl="5" algn="ctr">
              <a:spcBef>
                <a:spcPts val="0"/>
              </a:spcBef>
              <a:spcAft>
                <a:spcPts val="0"/>
              </a:spcAft>
              <a:buSzPts val="1800"/>
              <a:buNone/>
              <a:defRPr sz="1800"/>
            </a:lvl6pPr>
            <a:lvl7pPr lvl="6" algn="ctr">
              <a:spcBef>
                <a:spcPts val="0"/>
              </a:spcBef>
              <a:spcAft>
                <a:spcPts val="0"/>
              </a:spcAft>
              <a:buSzPts val="1800"/>
              <a:buNone/>
              <a:defRPr sz="1800"/>
            </a:lvl7pPr>
            <a:lvl8pPr lvl="7" algn="ctr">
              <a:spcBef>
                <a:spcPts val="0"/>
              </a:spcBef>
              <a:spcAft>
                <a:spcPts val="0"/>
              </a:spcAft>
              <a:buSzPts val="1800"/>
              <a:buNone/>
              <a:defRPr sz="1800"/>
            </a:lvl8pPr>
            <a:lvl9pPr lvl="8" algn="ctr">
              <a:spcBef>
                <a:spcPts val="0"/>
              </a:spcBef>
              <a:spcAft>
                <a:spcPts val="0"/>
              </a:spcAft>
              <a:buSzPts val="1800"/>
              <a:buNone/>
              <a:defRPr sz="1800"/>
            </a:lvl9pPr>
          </a:lstStyle>
          <a:p/>
        </p:txBody>
      </p:sp>
      <p:sp>
        <p:nvSpPr>
          <p:cNvPr id="131" name="Google Shape;131;p28"/>
          <p:cNvSpPr txBox="1"/>
          <p:nvPr>
            <p:ph idx="13" type="subTitle"/>
          </p:nvPr>
        </p:nvSpPr>
        <p:spPr>
          <a:xfrm>
            <a:off x="2610700" y="3860125"/>
            <a:ext cx="1961400" cy="11124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000"/>
              <a:buNone/>
              <a:defRPr sz="1000"/>
            </a:lvl1pPr>
            <a:lvl2pPr lvl="1" algn="ctr">
              <a:lnSpc>
                <a:spcPct val="100000"/>
              </a:lnSpc>
              <a:spcBef>
                <a:spcPts val="0"/>
              </a:spcBef>
              <a:spcAft>
                <a:spcPts val="0"/>
              </a:spcAft>
              <a:buSzPts val="1000"/>
              <a:buNone/>
              <a:defRPr sz="1000"/>
            </a:lvl2pPr>
            <a:lvl3pPr lvl="2" algn="ctr">
              <a:lnSpc>
                <a:spcPct val="100000"/>
              </a:lnSpc>
              <a:spcBef>
                <a:spcPts val="0"/>
              </a:spcBef>
              <a:spcAft>
                <a:spcPts val="0"/>
              </a:spcAft>
              <a:buSzPts val="1000"/>
              <a:buNone/>
              <a:defRPr sz="1000"/>
            </a:lvl3pPr>
            <a:lvl4pPr lvl="3" algn="ctr">
              <a:lnSpc>
                <a:spcPct val="100000"/>
              </a:lnSpc>
              <a:spcBef>
                <a:spcPts val="0"/>
              </a:spcBef>
              <a:spcAft>
                <a:spcPts val="0"/>
              </a:spcAft>
              <a:buSzPts val="1000"/>
              <a:buNone/>
              <a:defRPr sz="1000"/>
            </a:lvl4pPr>
            <a:lvl5pPr lvl="4" algn="ctr">
              <a:lnSpc>
                <a:spcPct val="100000"/>
              </a:lnSpc>
              <a:spcBef>
                <a:spcPts val="0"/>
              </a:spcBef>
              <a:spcAft>
                <a:spcPts val="0"/>
              </a:spcAft>
              <a:buSzPts val="1000"/>
              <a:buNone/>
              <a:defRPr sz="1000"/>
            </a:lvl5pPr>
            <a:lvl6pPr lvl="5" algn="ctr">
              <a:lnSpc>
                <a:spcPct val="100000"/>
              </a:lnSpc>
              <a:spcBef>
                <a:spcPts val="0"/>
              </a:spcBef>
              <a:spcAft>
                <a:spcPts val="0"/>
              </a:spcAft>
              <a:buSzPts val="1000"/>
              <a:buNone/>
              <a:defRPr sz="1000"/>
            </a:lvl6pPr>
            <a:lvl7pPr lvl="6" algn="ctr">
              <a:lnSpc>
                <a:spcPct val="100000"/>
              </a:lnSpc>
              <a:spcBef>
                <a:spcPts val="0"/>
              </a:spcBef>
              <a:spcAft>
                <a:spcPts val="0"/>
              </a:spcAft>
              <a:buSzPts val="1000"/>
              <a:buNone/>
              <a:defRPr sz="1000"/>
            </a:lvl7pPr>
            <a:lvl8pPr lvl="7" algn="ctr">
              <a:lnSpc>
                <a:spcPct val="100000"/>
              </a:lnSpc>
              <a:spcBef>
                <a:spcPts val="0"/>
              </a:spcBef>
              <a:spcAft>
                <a:spcPts val="0"/>
              </a:spcAft>
              <a:buSzPts val="1000"/>
              <a:buNone/>
              <a:defRPr sz="1000"/>
            </a:lvl8pPr>
            <a:lvl9pPr lvl="8" algn="ctr">
              <a:lnSpc>
                <a:spcPct val="100000"/>
              </a:lnSpc>
              <a:spcBef>
                <a:spcPts val="0"/>
              </a:spcBef>
              <a:spcAft>
                <a:spcPts val="0"/>
              </a:spcAft>
              <a:buSzPts val="1000"/>
              <a:buNone/>
              <a:defRPr sz="1000"/>
            </a:lvl9pPr>
          </a:lstStyle>
          <a:p/>
        </p:txBody>
      </p:sp>
      <p:sp>
        <p:nvSpPr>
          <p:cNvPr id="132" name="Google Shape;132;p28"/>
          <p:cNvSpPr txBox="1"/>
          <p:nvPr>
            <p:ph idx="14" type="ctrTitle"/>
          </p:nvPr>
        </p:nvSpPr>
        <p:spPr>
          <a:xfrm>
            <a:off x="4638106" y="3367816"/>
            <a:ext cx="1881300" cy="644700"/>
          </a:xfrm>
          <a:prstGeom prst="rect">
            <a:avLst/>
          </a:prstGeom>
          <a:ln>
            <a:noFill/>
          </a:ln>
        </p:spPr>
        <p:txBody>
          <a:bodyPr anchorCtr="0" anchor="b" bIns="91425" lIns="91425" spcFirstLastPara="1" rIns="91425" wrap="square" tIns="91425">
            <a:noAutofit/>
          </a:bodyPr>
          <a:lstStyle>
            <a:lvl1pPr lvl="0" algn="r">
              <a:spcBef>
                <a:spcPts val="0"/>
              </a:spcBef>
              <a:spcAft>
                <a:spcPts val="0"/>
              </a:spcAft>
              <a:buSzPts val="1800"/>
              <a:buNone/>
              <a:defRPr sz="1800"/>
            </a:lvl1pPr>
            <a:lvl2pPr lvl="1" algn="r">
              <a:spcBef>
                <a:spcPts val="0"/>
              </a:spcBef>
              <a:spcAft>
                <a:spcPts val="0"/>
              </a:spcAft>
              <a:buSzPts val="1800"/>
              <a:buNone/>
              <a:defRPr sz="1800"/>
            </a:lvl2pPr>
            <a:lvl3pPr lvl="2" algn="r">
              <a:spcBef>
                <a:spcPts val="0"/>
              </a:spcBef>
              <a:spcAft>
                <a:spcPts val="0"/>
              </a:spcAft>
              <a:buSzPts val="1800"/>
              <a:buNone/>
              <a:defRPr sz="1800"/>
            </a:lvl3pPr>
            <a:lvl4pPr lvl="3" algn="r">
              <a:spcBef>
                <a:spcPts val="0"/>
              </a:spcBef>
              <a:spcAft>
                <a:spcPts val="0"/>
              </a:spcAft>
              <a:buSzPts val="1800"/>
              <a:buNone/>
              <a:defRPr sz="1800"/>
            </a:lvl4pPr>
            <a:lvl5pPr lvl="4" algn="r">
              <a:spcBef>
                <a:spcPts val="0"/>
              </a:spcBef>
              <a:spcAft>
                <a:spcPts val="0"/>
              </a:spcAft>
              <a:buSzPts val="1800"/>
              <a:buNone/>
              <a:defRPr sz="1800"/>
            </a:lvl5pPr>
            <a:lvl6pPr lvl="5" algn="r">
              <a:spcBef>
                <a:spcPts val="0"/>
              </a:spcBef>
              <a:spcAft>
                <a:spcPts val="0"/>
              </a:spcAft>
              <a:buSzPts val="1800"/>
              <a:buNone/>
              <a:defRPr sz="1800"/>
            </a:lvl6pPr>
            <a:lvl7pPr lvl="6" algn="r">
              <a:spcBef>
                <a:spcPts val="0"/>
              </a:spcBef>
              <a:spcAft>
                <a:spcPts val="0"/>
              </a:spcAft>
              <a:buSzPts val="1800"/>
              <a:buNone/>
              <a:defRPr sz="1800"/>
            </a:lvl7pPr>
            <a:lvl8pPr lvl="7" algn="r">
              <a:spcBef>
                <a:spcPts val="0"/>
              </a:spcBef>
              <a:spcAft>
                <a:spcPts val="0"/>
              </a:spcAft>
              <a:buSzPts val="1800"/>
              <a:buNone/>
              <a:defRPr sz="1800"/>
            </a:lvl8pPr>
            <a:lvl9pPr lvl="8" algn="r">
              <a:spcBef>
                <a:spcPts val="0"/>
              </a:spcBef>
              <a:spcAft>
                <a:spcPts val="0"/>
              </a:spcAft>
              <a:buSzPts val="1800"/>
              <a:buNone/>
              <a:defRPr sz="1800"/>
            </a:lvl9pPr>
          </a:lstStyle>
          <a:p/>
        </p:txBody>
      </p:sp>
      <p:sp>
        <p:nvSpPr>
          <p:cNvPr id="133" name="Google Shape;133;p28"/>
          <p:cNvSpPr txBox="1"/>
          <p:nvPr>
            <p:ph idx="15" type="subTitle"/>
          </p:nvPr>
        </p:nvSpPr>
        <p:spPr>
          <a:xfrm>
            <a:off x="4878076" y="3860125"/>
            <a:ext cx="1648200" cy="1112400"/>
          </a:xfrm>
          <a:prstGeom prst="rect">
            <a:avLst/>
          </a:prstGeom>
        </p:spPr>
        <p:txBody>
          <a:bodyPr anchorCtr="0" anchor="t" bIns="91425" lIns="91425" spcFirstLastPara="1" rIns="91425" wrap="square" tIns="91425">
            <a:noAutofit/>
          </a:bodyPr>
          <a:lstStyle>
            <a:lvl1pPr lvl="0" algn="r">
              <a:lnSpc>
                <a:spcPct val="100000"/>
              </a:lnSpc>
              <a:spcBef>
                <a:spcPts val="0"/>
              </a:spcBef>
              <a:spcAft>
                <a:spcPts val="0"/>
              </a:spcAft>
              <a:buSzPts val="1000"/>
              <a:buNone/>
              <a:defRPr sz="1000"/>
            </a:lvl1pPr>
            <a:lvl2pPr lvl="1" algn="r">
              <a:lnSpc>
                <a:spcPct val="100000"/>
              </a:lnSpc>
              <a:spcBef>
                <a:spcPts val="0"/>
              </a:spcBef>
              <a:spcAft>
                <a:spcPts val="0"/>
              </a:spcAft>
              <a:buSzPts val="1000"/>
              <a:buNone/>
              <a:defRPr sz="1000"/>
            </a:lvl2pPr>
            <a:lvl3pPr lvl="2" algn="r">
              <a:lnSpc>
                <a:spcPct val="100000"/>
              </a:lnSpc>
              <a:spcBef>
                <a:spcPts val="0"/>
              </a:spcBef>
              <a:spcAft>
                <a:spcPts val="0"/>
              </a:spcAft>
              <a:buSzPts val="1000"/>
              <a:buNone/>
              <a:defRPr sz="1000"/>
            </a:lvl3pPr>
            <a:lvl4pPr lvl="3" algn="r">
              <a:lnSpc>
                <a:spcPct val="100000"/>
              </a:lnSpc>
              <a:spcBef>
                <a:spcPts val="0"/>
              </a:spcBef>
              <a:spcAft>
                <a:spcPts val="0"/>
              </a:spcAft>
              <a:buSzPts val="1000"/>
              <a:buNone/>
              <a:defRPr sz="1000"/>
            </a:lvl4pPr>
            <a:lvl5pPr lvl="4" algn="r">
              <a:lnSpc>
                <a:spcPct val="100000"/>
              </a:lnSpc>
              <a:spcBef>
                <a:spcPts val="0"/>
              </a:spcBef>
              <a:spcAft>
                <a:spcPts val="0"/>
              </a:spcAft>
              <a:buSzPts val="1000"/>
              <a:buNone/>
              <a:defRPr sz="1000"/>
            </a:lvl5pPr>
            <a:lvl6pPr lvl="5" algn="r">
              <a:lnSpc>
                <a:spcPct val="100000"/>
              </a:lnSpc>
              <a:spcBef>
                <a:spcPts val="0"/>
              </a:spcBef>
              <a:spcAft>
                <a:spcPts val="0"/>
              </a:spcAft>
              <a:buSzPts val="1000"/>
              <a:buNone/>
              <a:defRPr sz="1000"/>
            </a:lvl6pPr>
            <a:lvl7pPr lvl="6" algn="r">
              <a:lnSpc>
                <a:spcPct val="100000"/>
              </a:lnSpc>
              <a:spcBef>
                <a:spcPts val="0"/>
              </a:spcBef>
              <a:spcAft>
                <a:spcPts val="0"/>
              </a:spcAft>
              <a:buSzPts val="1000"/>
              <a:buNone/>
              <a:defRPr sz="1000"/>
            </a:lvl7pPr>
            <a:lvl8pPr lvl="7" algn="r">
              <a:lnSpc>
                <a:spcPct val="100000"/>
              </a:lnSpc>
              <a:spcBef>
                <a:spcPts val="0"/>
              </a:spcBef>
              <a:spcAft>
                <a:spcPts val="0"/>
              </a:spcAft>
              <a:buSzPts val="1000"/>
              <a:buNone/>
              <a:defRPr sz="1000"/>
            </a:lvl8pPr>
            <a:lvl9pPr lvl="8" algn="r">
              <a:lnSpc>
                <a:spcPct val="100000"/>
              </a:lnSpc>
              <a:spcBef>
                <a:spcPts val="0"/>
              </a:spcBef>
              <a:spcAft>
                <a:spcPts val="0"/>
              </a:spcAft>
              <a:buSzPts val="1000"/>
              <a:buNone/>
              <a:defRPr sz="1000"/>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134" name="Shape 134"/>
        <p:cNvGrpSpPr/>
        <p:nvPr/>
      </p:nvGrpSpPr>
      <p:grpSpPr>
        <a:xfrm>
          <a:off x="0" y="0"/>
          <a:ext cx="0" cy="0"/>
          <a:chOff x="0" y="0"/>
          <a:chExt cx="0" cy="0"/>
        </a:xfrm>
      </p:grpSpPr>
      <p:sp>
        <p:nvSpPr>
          <p:cNvPr id="135" name="Google Shape;135;p29"/>
          <p:cNvSpPr txBox="1"/>
          <p:nvPr>
            <p:ph type="ctrTitle"/>
          </p:nvPr>
        </p:nvSpPr>
        <p:spPr>
          <a:xfrm>
            <a:off x="831200" y="376498"/>
            <a:ext cx="3867300" cy="2054100"/>
          </a:xfrm>
          <a:prstGeom prst="rect">
            <a:avLst/>
          </a:prstGeom>
        </p:spPr>
        <p:txBody>
          <a:bodyPr anchorCtr="0" anchor="b"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Clr>
                <a:srgbClr val="FFFFFF"/>
              </a:buClr>
              <a:buSzPts val="1600"/>
              <a:buNone/>
              <a:defRPr sz="1600">
                <a:solidFill>
                  <a:srgbClr val="FFFFFF"/>
                </a:solidFill>
              </a:defRPr>
            </a:lvl2pPr>
            <a:lvl3pPr lvl="2">
              <a:spcBef>
                <a:spcPts val="0"/>
              </a:spcBef>
              <a:spcAft>
                <a:spcPts val="0"/>
              </a:spcAft>
              <a:buClr>
                <a:srgbClr val="FFFFFF"/>
              </a:buClr>
              <a:buSzPts val="1600"/>
              <a:buNone/>
              <a:defRPr sz="1600">
                <a:solidFill>
                  <a:srgbClr val="FFFFFF"/>
                </a:solidFill>
              </a:defRPr>
            </a:lvl3pPr>
            <a:lvl4pPr lvl="3">
              <a:spcBef>
                <a:spcPts val="0"/>
              </a:spcBef>
              <a:spcAft>
                <a:spcPts val="0"/>
              </a:spcAft>
              <a:buClr>
                <a:srgbClr val="FFFFFF"/>
              </a:buClr>
              <a:buSzPts val="1600"/>
              <a:buNone/>
              <a:defRPr sz="1600">
                <a:solidFill>
                  <a:srgbClr val="FFFFFF"/>
                </a:solidFill>
              </a:defRPr>
            </a:lvl4pPr>
            <a:lvl5pPr lvl="4">
              <a:spcBef>
                <a:spcPts val="0"/>
              </a:spcBef>
              <a:spcAft>
                <a:spcPts val="0"/>
              </a:spcAft>
              <a:buClr>
                <a:srgbClr val="FFFFFF"/>
              </a:buClr>
              <a:buSzPts val="1600"/>
              <a:buNone/>
              <a:defRPr sz="1600">
                <a:solidFill>
                  <a:srgbClr val="FFFFFF"/>
                </a:solidFill>
              </a:defRPr>
            </a:lvl5pPr>
            <a:lvl6pPr lvl="5">
              <a:spcBef>
                <a:spcPts val="0"/>
              </a:spcBef>
              <a:spcAft>
                <a:spcPts val="0"/>
              </a:spcAft>
              <a:buClr>
                <a:srgbClr val="FFFFFF"/>
              </a:buClr>
              <a:buSzPts val="1600"/>
              <a:buNone/>
              <a:defRPr sz="1600">
                <a:solidFill>
                  <a:srgbClr val="FFFFFF"/>
                </a:solidFill>
              </a:defRPr>
            </a:lvl6pPr>
            <a:lvl7pPr lvl="6">
              <a:spcBef>
                <a:spcPts val="0"/>
              </a:spcBef>
              <a:spcAft>
                <a:spcPts val="0"/>
              </a:spcAft>
              <a:buClr>
                <a:srgbClr val="FFFFFF"/>
              </a:buClr>
              <a:buSzPts val="1600"/>
              <a:buNone/>
              <a:defRPr sz="1600">
                <a:solidFill>
                  <a:srgbClr val="FFFFFF"/>
                </a:solidFill>
              </a:defRPr>
            </a:lvl7pPr>
            <a:lvl8pPr lvl="7">
              <a:spcBef>
                <a:spcPts val="0"/>
              </a:spcBef>
              <a:spcAft>
                <a:spcPts val="0"/>
              </a:spcAft>
              <a:buClr>
                <a:srgbClr val="FFFFFF"/>
              </a:buClr>
              <a:buSzPts val="1600"/>
              <a:buNone/>
              <a:defRPr sz="1600">
                <a:solidFill>
                  <a:srgbClr val="FFFFFF"/>
                </a:solidFill>
              </a:defRPr>
            </a:lvl8pPr>
            <a:lvl9pPr lvl="8">
              <a:spcBef>
                <a:spcPts val="0"/>
              </a:spcBef>
              <a:spcAft>
                <a:spcPts val="0"/>
              </a:spcAft>
              <a:buClr>
                <a:srgbClr val="FFFFFF"/>
              </a:buClr>
              <a:buSzPts val="1600"/>
              <a:buNone/>
              <a:defRPr sz="1600">
                <a:solidFill>
                  <a:srgbClr val="FFFFFF"/>
                </a:solidFill>
              </a:defRPr>
            </a:lvl9pPr>
          </a:lstStyle>
          <a:p/>
        </p:txBody>
      </p:sp>
      <p:sp>
        <p:nvSpPr>
          <p:cNvPr id="136" name="Google Shape;136;p29"/>
          <p:cNvSpPr txBox="1"/>
          <p:nvPr>
            <p:ph idx="1" type="subTitle"/>
          </p:nvPr>
        </p:nvSpPr>
        <p:spPr>
          <a:xfrm>
            <a:off x="831200" y="2314225"/>
            <a:ext cx="3081600" cy="17844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200"/>
              <a:buNone/>
              <a:defRPr/>
            </a:lvl1pPr>
            <a:lvl2pPr lvl="1">
              <a:lnSpc>
                <a:spcPct val="100000"/>
              </a:lnSpc>
              <a:spcBef>
                <a:spcPts val="0"/>
              </a:spcBef>
              <a:spcAft>
                <a:spcPts val="0"/>
              </a:spcAft>
              <a:buClr>
                <a:srgbClr val="FFFFFF"/>
              </a:buClr>
              <a:buSzPts val="1200"/>
              <a:buNone/>
              <a:defRPr>
                <a:solidFill>
                  <a:srgbClr val="FFFFFF"/>
                </a:solidFill>
              </a:defRPr>
            </a:lvl2pPr>
            <a:lvl3pPr lvl="2">
              <a:lnSpc>
                <a:spcPct val="100000"/>
              </a:lnSpc>
              <a:spcBef>
                <a:spcPts val="0"/>
              </a:spcBef>
              <a:spcAft>
                <a:spcPts val="0"/>
              </a:spcAft>
              <a:buClr>
                <a:srgbClr val="FFFFFF"/>
              </a:buClr>
              <a:buSzPts val="1200"/>
              <a:buNone/>
              <a:defRPr>
                <a:solidFill>
                  <a:srgbClr val="FFFFFF"/>
                </a:solidFill>
              </a:defRPr>
            </a:lvl3pPr>
            <a:lvl4pPr lvl="3">
              <a:lnSpc>
                <a:spcPct val="100000"/>
              </a:lnSpc>
              <a:spcBef>
                <a:spcPts val="0"/>
              </a:spcBef>
              <a:spcAft>
                <a:spcPts val="0"/>
              </a:spcAft>
              <a:buClr>
                <a:srgbClr val="FFFFFF"/>
              </a:buClr>
              <a:buSzPts val="1200"/>
              <a:buNone/>
              <a:defRPr>
                <a:solidFill>
                  <a:srgbClr val="FFFFFF"/>
                </a:solidFill>
              </a:defRPr>
            </a:lvl4pPr>
            <a:lvl5pPr lvl="4">
              <a:lnSpc>
                <a:spcPct val="100000"/>
              </a:lnSpc>
              <a:spcBef>
                <a:spcPts val="0"/>
              </a:spcBef>
              <a:spcAft>
                <a:spcPts val="0"/>
              </a:spcAft>
              <a:buClr>
                <a:srgbClr val="FFFFFF"/>
              </a:buClr>
              <a:buSzPts val="1200"/>
              <a:buNone/>
              <a:defRPr>
                <a:solidFill>
                  <a:srgbClr val="FFFFFF"/>
                </a:solidFill>
              </a:defRPr>
            </a:lvl5pPr>
            <a:lvl6pPr lvl="5">
              <a:lnSpc>
                <a:spcPct val="100000"/>
              </a:lnSpc>
              <a:spcBef>
                <a:spcPts val="0"/>
              </a:spcBef>
              <a:spcAft>
                <a:spcPts val="0"/>
              </a:spcAft>
              <a:buClr>
                <a:srgbClr val="FFFFFF"/>
              </a:buClr>
              <a:buSzPts val="1200"/>
              <a:buNone/>
              <a:defRPr>
                <a:solidFill>
                  <a:srgbClr val="FFFFFF"/>
                </a:solidFill>
              </a:defRPr>
            </a:lvl6pPr>
            <a:lvl7pPr lvl="6">
              <a:lnSpc>
                <a:spcPct val="100000"/>
              </a:lnSpc>
              <a:spcBef>
                <a:spcPts val="0"/>
              </a:spcBef>
              <a:spcAft>
                <a:spcPts val="0"/>
              </a:spcAft>
              <a:buClr>
                <a:srgbClr val="FFFFFF"/>
              </a:buClr>
              <a:buSzPts val="1200"/>
              <a:buNone/>
              <a:defRPr>
                <a:solidFill>
                  <a:srgbClr val="FFFFFF"/>
                </a:solidFill>
              </a:defRPr>
            </a:lvl7pPr>
            <a:lvl8pPr lvl="7">
              <a:lnSpc>
                <a:spcPct val="100000"/>
              </a:lnSpc>
              <a:spcBef>
                <a:spcPts val="0"/>
              </a:spcBef>
              <a:spcAft>
                <a:spcPts val="0"/>
              </a:spcAft>
              <a:buClr>
                <a:srgbClr val="FFFFFF"/>
              </a:buClr>
              <a:buSzPts val="1200"/>
              <a:buNone/>
              <a:defRPr>
                <a:solidFill>
                  <a:srgbClr val="FFFFFF"/>
                </a:solidFill>
              </a:defRPr>
            </a:lvl8pPr>
            <a:lvl9pPr lvl="8">
              <a:lnSpc>
                <a:spcPct val="100000"/>
              </a:lnSpc>
              <a:spcBef>
                <a:spcPts val="0"/>
              </a:spcBef>
              <a:spcAft>
                <a:spcPts val="0"/>
              </a:spcAft>
              <a:buClr>
                <a:srgbClr val="FFFFFF"/>
              </a:buClr>
              <a:buSzPts val="1200"/>
              <a:buNone/>
              <a:defRPr>
                <a:solidFill>
                  <a:srgbClr val="FFFFFF"/>
                </a:solidFill>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137" name="Shape 137"/>
        <p:cNvGrpSpPr/>
        <p:nvPr/>
      </p:nvGrpSpPr>
      <p:grpSpPr>
        <a:xfrm>
          <a:off x="0" y="0"/>
          <a:ext cx="0" cy="0"/>
          <a:chOff x="0" y="0"/>
          <a:chExt cx="0" cy="0"/>
        </a:xfrm>
      </p:grpSpPr>
      <p:sp>
        <p:nvSpPr>
          <p:cNvPr id="138" name="Google Shape;138;p30"/>
          <p:cNvSpPr/>
          <p:nvPr/>
        </p:nvSpPr>
        <p:spPr>
          <a:xfrm flipH="1" rot="-5400000">
            <a:off x="83000" y="-82950"/>
            <a:ext cx="548400" cy="7143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30"/>
          <p:cNvSpPr/>
          <p:nvPr/>
        </p:nvSpPr>
        <p:spPr>
          <a:xfrm flipH="1" rot="-5400000">
            <a:off x="7474475" y="3397650"/>
            <a:ext cx="891300" cy="2600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140" name="Shape 140"/>
        <p:cNvGrpSpPr/>
        <p:nvPr/>
      </p:nvGrpSpPr>
      <p:grpSpPr>
        <a:xfrm>
          <a:off x="0" y="0"/>
          <a:ext cx="0" cy="0"/>
          <a:chOff x="0" y="0"/>
          <a:chExt cx="0" cy="0"/>
        </a:xfrm>
      </p:grpSpPr>
      <p:sp>
        <p:nvSpPr>
          <p:cNvPr id="141" name="Google Shape;141;p31"/>
          <p:cNvSpPr/>
          <p:nvPr/>
        </p:nvSpPr>
        <p:spPr>
          <a:xfrm>
            <a:off x="0" y="1577400"/>
            <a:ext cx="362100" cy="1988700"/>
          </a:xfrm>
          <a:prstGeom prst="rect">
            <a:avLst/>
          </a:prstGeom>
          <a:solidFill>
            <a:srgbClr val="CFC3AC">
              <a:alpha val="5843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45" name="Shape 145"/>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2_1">
    <p:spTree>
      <p:nvGrpSpPr>
        <p:cNvPr id="146" name="Shape 146"/>
        <p:cNvGrpSpPr/>
        <p:nvPr/>
      </p:nvGrpSpPr>
      <p:grpSpPr>
        <a:xfrm>
          <a:off x="0" y="0"/>
          <a:ext cx="0" cy="0"/>
          <a:chOff x="0" y="0"/>
          <a:chExt cx="0" cy="0"/>
        </a:xfrm>
      </p:grpSpPr>
      <p:sp>
        <p:nvSpPr>
          <p:cNvPr id="147" name="Google Shape;147;p34"/>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48" name="Google Shape;148;p34"/>
          <p:cNvSpPr txBox="1"/>
          <p:nvPr>
            <p:ph type="title"/>
          </p:nvPr>
        </p:nvSpPr>
        <p:spPr>
          <a:xfrm>
            <a:off x="713225" y="539500"/>
            <a:ext cx="77175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2_1_1">
    <p:spTree>
      <p:nvGrpSpPr>
        <p:cNvPr id="149" name="Shape 149"/>
        <p:cNvGrpSpPr/>
        <p:nvPr/>
      </p:nvGrpSpPr>
      <p:grpSpPr>
        <a:xfrm>
          <a:off x="0" y="0"/>
          <a:ext cx="0" cy="0"/>
          <a:chOff x="0" y="0"/>
          <a:chExt cx="0" cy="0"/>
        </a:xfrm>
      </p:grpSpPr>
      <p:sp>
        <p:nvSpPr>
          <p:cNvPr id="150" name="Google Shape;150;p35"/>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51" name="Google Shape;151;p35"/>
          <p:cNvSpPr txBox="1"/>
          <p:nvPr>
            <p:ph type="title"/>
          </p:nvPr>
        </p:nvSpPr>
        <p:spPr>
          <a:xfrm>
            <a:off x="728527" y="539500"/>
            <a:ext cx="33477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
        <p:nvSpPr>
          <p:cNvPr id="152" name="Google Shape;152;p35"/>
          <p:cNvSpPr txBox="1"/>
          <p:nvPr>
            <p:ph idx="2" type="title"/>
          </p:nvPr>
        </p:nvSpPr>
        <p:spPr>
          <a:xfrm>
            <a:off x="4977550" y="539500"/>
            <a:ext cx="34584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2800"/>
              <a:buFont typeface="Livvic"/>
              <a:buNone/>
              <a:defRPr b="1" sz="2800">
                <a:solidFill>
                  <a:schemeClr val="dk1"/>
                </a:solidFill>
                <a:latin typeface="Livvic"/>
                <a:ea typeface="Livvic"/>
                <a:cs typeface="Livvic"/>
                <a:sym typeface="Livvic"/>
              </a:defRPr>
            </a:lvl1pPr>
            <a:lvl2pPr lvl="1"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2pPr>
            <a:lvl3pPr lvl="2"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3pPr>
            <a:lvl4pPr lvl="3"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4pPr>
            <a:lvl5pPr lvl="4"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5pPr>
            <a:lvl6pPr lvl="5"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6pPr>
            <a:lvl7pPr lvl="6"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7pPr>
            <a:lvl8pPr lvl="7"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8pPr>
            <a:lvl9pPr lvl="8" rtl="0">
              <a:spcBef>
                <a:spcPts val="0"/>
              </a:spcBef>
              <a:spcAft>
                <a:spcPts val="0"/>
              </a:spcAft>
              <a:buClr>
                <a:schemeClr val="dk1"/>
              </a:buClr>
              <a:buSzPts val="3000"/>
              <a:buFont typeface="Montserrat"/>
              <a:buNone/>
              <a:defRPr b="1" sz="3000">
                <a:solidFill>
                  <a:schemeClr val="dk1"/>
                </a:solidFill>
                <a:latin typeface="Montserrat"/>
                <a:ea typeface="Montserrat"/>
                <a:cs typeface="Montserrat"/>
                <a:sym typeface="Montserrat"/>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1pPr>
            <a:lvl2pPr indent="-304800" lvl="1" marL="9144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2pPr>
            <a:lvl3pPr indent="-304800" lvl="2" marL="13716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3pPr>
            <a:lvl4pPr indent="-304800" lvl="3" marL="18288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4pPr>
            <a:lvl5pPr indent="-304800" lvl="4" marL="22860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5pPr>
            <a:lvl6pPr indent="-304800" lvl="5" marL="27432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6pPr>
            <a:lvl7pPr indent="-304800" lvl="6" marL="32004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7pPr>
            <a:lvl8pPr indent="-304800" lvl="7" marL="3657600">
              <a:lnSpc>
                <a:spcPct val="100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8pPr>
            <a:lvl9pPr indent="-304800" lvl="8" marL="4114800">
              <a:lnSpc>
                <a:spcPct val="100000"/>
              </a:lnSpc>
              <a:spcBef>
                <a:spcPts val="1600"/>
              </a:spcBef>
              <a:spcAft>
                <a:spcPts val="160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449">
          <p15:clr>
            <a:srgbClr val="EA4335"/>
          </p15:clr>
        </p15:guide>
        <p15:guide id="2" pos="5311">
          <p15:clr>
            <a:srgbClr val="EA4335"/>
          </p15:clr>
        </p15:guide>
        <p15:guide id="3" orient="horz" pos="340">
          <p15:clr>
            <a:srgbClr val="EA4335"/>
          </p15:clr>
        </p15:guide>
        <p15:guide id="4" orient="horz" pos="2900">
          <p15:clr>
            <a:srgbClr val="EA4335"/>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142" name="Shape 142"/>
        <p:cNvGrpSpPr/>
        <p:nvPr/>
      </p:nvGrpSpPr>
      <p:grpSpPr>
        <a:xfrm>
          <a:off x="0" y="0"/>
          <a:ext cx="0" cy="0"/>
          <a:chOff x="0" y="0"/>
          <a:chExt cx="0" cy="0"/>
        </a:xfrm>
      </p:grpSpPr>
      <p:sp>
        <p:nvSpPr>
          <p:cNvPr id="143" name="Google Shape;143;p32"/>
          <p:cNvSpPr txBox="1"/>
          <p:nvPr>
            <p:ph type="title"/>
          </p:nvPr>
        </p:nvSpPr>
        <p:spPr>
          <a:xfrm>
            <a:off x="713225" y="539500"/>
            <a:ext cx="7717500" cy="482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1pPr>
            <a:lvl2pPr lvl="1"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2pPr>
            <a:lvl3pPr lvl="2"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3pPr>
            <a:lvl4pPr lvl="3"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4pPr>
            <a:lvl5pPr lvl="4"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5pPr>
            <a:lvl6pPr lvl="5"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6pPr>
            <a:lvl7pPr lvl="6"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7pPr>
            <a:lvl8pPr lvl="7"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8pPr>
            <a:lvl9pPr lvl="8"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9pPr>
          </a:lstStyle>
          <a:p/>
        </p:txBody>
      </p:sp>
      <p:sp>
        <p:nvSpPr>
          <p:cNvPr id="144" name="Google Shape;144;p32"/>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1pPr>
            <a:lvl2pPr indent="-298450" lvl="1" marL="914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2pPr>
            <a:lvl3pPr indent="-298450" lvl="2" marL="1371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3pPr>
            <a:lvl4pPr indent="-298450" lvl="3" marL="1828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4pPr>
            <a:lvl5pPr indent="-298450" lvl="4" marL="22860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5pPr>
            <a:lvl6pPr indent="-298450" lvl="5" marL="2743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6pPr>
            <a:lvl7pPr indent="-298450" lvl="6" marL="3200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7pPr>
            <a:lvl8pPr indent="-298450" lvl="7" marL="3657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8pPr>
            <a:lvl9pPr indent="-298450" lvl="8" marL="4114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9pPr>
          </a:lstStyle>
          <a:p/>
        </p:txBody>
      </p:sp>
    </p:spTree>
  </p:cSld>
  <p:clrMap accent1="accent1" accent2="accent2" accent3="accent3" accent4="accent4" accent5="accent5" accent6="accent6" bg1="lt1" bg2="dk2" tx1="dk1" tx2="lt2" folHlink="folHlink" hlink="hlink"/>
  <p:sldLayoutIdLst>
    <p:sldLayoutId id="2147483678" r:id="rId1"/>
    <p:sldLayoutId id="2147483679" r:id="rId2"/>
    <p:sldLayoutId id="214748368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chart" Target="../charts/char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 Id="rId3" Type="http://schemas.openxmlformats.org/officeDocument/2006/relationships/chart" Target="../charts/char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 Id="rId3" Type="http://schemas.openxmlformats.org/officeDocument/2006/relationships/chart" Target="../charts/char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 Id="rId3" Type="http://schemas.openxmlformats.org/officeDocument/2006/relationships/image" Target="../media/image30.png"/><Relationship Id="rId4" Type="http://schemas.openxmlformats.org/officeDocument/2006/relationships/chart" Target="../charts/char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 Id="rId3" Type="http://schemas.openxmlformats.org/officeDocument/2006/relationships/image" Target="../media/image3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5.xml"/><Relationship Id="rId3"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6.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6" name="Shape 156"/>
        <p:cNvGrpSpPr/>
        <p:nvPr/>
      </p:nvGrpSpPr>
      <p:grpSpPr>
        <a:xfrm>
          <a:off x="0" y="0"/>
          <a:ext cx="0" cy="0"/>
          <a:chOff x="0" y="0"/>
          <a:chExt cx="0" cy="0"/>
        </a:xfrm>
      </p:grpSpPr>
      <p:pic>
        <p:nvPicPr>
          <p:cNvPr id="157" name="Google Shape;157;p36"/>
          <p:cNvPicPr preferRelativeResize="0"/>
          <p:nvPr/>
        </p:nvPicPr>
        <p:blipFill rotWithShape="1">
          <a:blip r:embed="rId3">
            <a:alphaModFix/>
          </a:blip>
          <a:srcRect b="0" l="0" r="0" t="0"/>
          <a:stretch/>
        </p:blipFill>
        <p:spPr>
          <a:xfrm flipH="1">
            <a:off x="2214590" y="0"/>
            <a:ext cx="6929408" cy="5143500"/>
          </a:xfrm>
          <a:prstGeom prst="rect">
            <a:avLst/>
          </a:prstGeom>
          <a:noFill/>
          <a:ln>
            <a:noFill/>
          </a:ln>
        </p:spPr>
      </p:pic>
      <p:sp>
        <p:nvSpPr>
          <p:cNvPr id="158" name="Google Shape;158;p36"/>
          <p:cNvSpPr/>
          <p:nvPr/>
        </p:nvSpPr>
        <p:spPr>
          <a:xfrm rot="5400000">
            <a:off x="1428875" y="13850"/>
            <a:ext cx="3358800" cy="5026500"/>
          </a:xfrm>
          <a:prstGeom prst="rect">
            <a:avLst/>
          </a:prstGeom>
          <a:solidFill>
            <a:srgbClr val="908269">
              <a:alpha val="861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36"/>
          <p:cNvSpPr txBox="1"/>
          <p:nvPr>
            <p:ph idx="1" type="subTitle"/>
          </p:nvPr>
        </p:nvSpPr>
        <p:spPr>
          <a:xfrm>
            <a:off x="1039575" y="3383280"/>
            <a:ext cx="3840480" cy="717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Riesgo sísmico por zona en Los Santos · UTSmart IA Challenge 2027</a:t>
            </a:r>
            <a:endParaRPr>
              <a:solidFill>
                <a:schemeClr val="lt1"/>
              </a:solidFill>
            </a:endParaRPr>
          </a:p>
        </p:txBody>
      </p:sp>
      <p:sp>
        <p:nvSpPr>
          <p:cNvPr id="160" name="Google Shape;160;p36"/>
          <p:cNvSpPr txBox="1"/>
          <p:nvPr>
            <p:ph type="ctrTitle"/>
          </p:nvPr>
        </p:nvSpPr>
        <p:spPr>
          <a:xfrm>
            <a:off x="1039575" y="1701225"/>
            <a:ext cx="4592400" cy="178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200">
                <a:solidFill>
                  <a:schemeClr val="lt1"/>
                </a:solidFill>
              </a:rPr>
              <a:t>CENTINELAS</a:t>
            </a:r>
            <a:endParaRPr>
              <a:solidFill>
                <a:schemeClr val="lt1"/>
              </a:solidFill>
            </a:endParaRPr>
          </a:p>
          <a:p>
            <a:r>
              <a:rPr lang="en" sz="3200">
                <a:solidFill>
                  <a:schemeClr val="lt1"/>
                </a:solidFill>
              </a:rPr>
              <a:t>DE SANTANDER</a:t>
            </a:r>
          </a:p>
        </p:txBody>
      </p:sp>
      <p:sp>
        <p:nvSpPr>
          <p:cNvPr id="161" name="Google Shape;161;p36"/>
          <p:cNvSpPr/>
          <p:nvPr/>
        </p:nvSpPr>
        <p:spPr>
          <a:xfrm flipH="1" rot="-5400000">
            <a:off x="7354200" y="2416550"/>
            <a:ext cx="3358800" cy="2211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pic>
        <p:nvPicPr>
          <p:cNvPr id="606" name="Google Shape;606;p61"/>
          <p:cNvPicPr preferRelativeResize="0"/>
          <p:nvPr/>
        </p:nvPicPr>
        <p:blipFill>
          <a:blip r:embed="rId3">
            <a:alphaModFix/>
          </a:blip>
          <a:stretch>
            <a:fillRect/>
          </a:stretch>
        </p:blipFill>
        <p:spPr>
          <a:xfrm>
            <a:off x="3981435" y="0"/>
            <a:ext cx="5162558" cy="5143500"/>
          </a:xfrm>
          <a:prstGeom prst="rect">
            <a:avLst/>
          </a:prstGeom>
          <a:noFill/>
          <a:ln>
            <a:noFill/>
          </a:ln>
        </p:spPr>
      </p:pic>
      <p:sp>
        <p:nvSpPr>
          <p:cNvPr id="607" name="Google Shape;607;p61"/>
          <p:cNvSpPr/>
          <p:nvPr/>
        </p:nvSpPr>
        <p:spPr>
          <a:xfrm rot="5400000">
            <a:off x="1428875" y="205200"/>
            <a:ext cx="3358800" cy="5026500"/>
          </a:xfrm>
          <a:prstGeom prst="rect">
            <a:avLst/>
          </a:prstGeom>
          <a:solidFill>
            <a:srgbClr val="908269">
              <a:alpha val="6180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1"/>
          <p:cNvSpPr txBox="1"/>
          <p:nvPr>
            <p:ph idx="1" type="subTitle"/>
          </p:nvPr>
        </p:nvSpPr>
        <p:spPr>
          <a:xfrm>
            <a:off x="831200" y="2314225"/>
            <a:ext cx="3081600" cy="1784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lt1"/>
                </a:solidFill>
              </a:rPr>
              <a:t>¿Preguntas?</a:t>
            </a:r>
            <a:endParaRPr>
              <a:solidFill>
                <a:schemeClr val="lt1"/>
              </a:solidFill>
            </a:endParaRPr>
          </a:p>
          <a:p>
            <a:r>
              <a:rPr lang="en">
                <a:solidFill>
                  <a:schemeClr val="lt1"/>
                </a:solidFill>
              </a:rPr>
              <a:t/>
            </a:r>
          </a:p>
          <a:p>
            <a:r>
              <a:rPr lang="en">
                <a:solidFill>
                  <a:schemeClr val="lt1"/>
                </a:solidFill>
              </a:rPr>
              <a:t>Santiago Steven Arias Estupiñán</a:t>
            </a:r>
          </a:p>
          <a:p>
            <a:r>
              <a:rPr lang="en">
                <a:solidFill>
                  <a:schemeClr val="lt1"/>
                </a:solidFill>
              </a:rPr>
              <a:t>Duván Andrés Palacio Figueredo</a:t>
            </a:r>
          </a:p>
          <a:p>
            <a:r>
              <a:rPr lang="en">
                <a:solidFill>
                  <a:schemeClr val="lt1"/>
                </a:solidFill>
              </a:rPr>
              <a:t>Camilo Andrés Bueno Rey</a:t>
            </a:r>
          </a:p>
          <a:p>
            <a:r>
              <a:rPr lang="en">
                <a:solidFill>
                  <a:schemeClr val="lt1"/>
                </a:solidFill>
              </a:rPr>
              <a:t/>
            </a:r>
          </a:p>
          <a:p>
            <a:r>
              <a:rPr lang="en">
                <a:solidFill>
                  <a:schemeClr val="lt1"/>
                </a:solidFill>
              </a:rPr>
              <a:t>UTSmart IA Challenge 2027</a:t>
            </a:r>
          </a:p>
        </p:txBody>
      </p:sp>
      <p:sp>
        <p:nvSpPr>
          <p:cNvPr id="609" name="Google Shape;609;p61"/>
          <p:cNvSpPr txBox="1"/>
          <p:nvPr>
            <p:ph type="ctrTitle"/>
          </p:nvPr>
        </p:nvSpPr>
        <p:spPr>
          <a:xfrm>
            <a:off x="831200" y="376498"/>
            <a:ext cx="3867300" cy="2054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000">
                <a:solidFill>
                  <a:schemeClr val="lt1"/>
                </a:solidFill>
              </a:rPr>
              <a:t>GRACIAS</a:t>
            </a:r>
            <a:endParaRPr sz="3000">
              <a:solidFill>
                <a:schemeClr val="lt1"/>
              </a:solidFill>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PROBLEMA</a:t>
            </a:r>
          </a:p>
        </p:txBody>
      </p:sp>
      <p:sp>
        <p:nvSpPr>
          <p:cNvPr id="3" name="TextBox 2"/>
          <p:cNvSpPr txBox="1"/>
          <p:nvPr/>
        </p:nvSpPr>
        <p:spPr>
          <a:xfrm>
            <a:off x="548640" y="457200"/>
            <a:ext cx="6949440" cy="822960"/>
          </a:xfrm>
          <a:prstGeom prst="rect">
            <a:avLst/>
          </a:prstGeom>
          <a:noFill/>
        </p:spPr>
        <p:txBody>
          <a:bodyPr wrap="square" anchor="t" lIns="0" rIns="0" tIns="0" bIns="0">
            <a:spAutoFit/>
          </a:bodyPr>
          <a:lstStyle/>
          <a:p>
            <a:pPr algn="l">
              <a:spcAft>
                <a:spcPts val="600"/>
              </a:spcAft>
            </a:pPr>
            <a:r>
              <a:rPr b="1" sz="2200">
                <a:solidFill>
                  <a:srgbClr val="434343"/>
                </a:solidFill>
                <a:latin typeface="Livvic"/>
              </a:rPr>
              <a:t>¿Qué zonas de Los Santos van a temblar más el próximo trimestre?</a:t>
            </a:r>
          </a:p>
        </p:txBody>
      </p:sp>
      <p:sp>
        <p:nvSpPr>
          <p:cNvPr id="4" name="Rectangle 3"/>
          <p:cNvSpPr/>
          <p:nvPr/>
        </p:nvSpPr>
        <p:spPr>
          <a:xfrm>
            <a:off x="548640" y="1417320"/>
            <a:ext cx="2194560" cy="105156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08760"/>
            <a:ext cx="192024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184.723</a:t>
            </a:r>
          </a:p>
        </p:txBody>
      </p:sp>
      <p:sp>
        <p:nvSpPr>
          <p:cNvPr id="6" name="TextBox 5"/>
          <p:cNvSpPr txBox="1"/>
          <p:nvPr/>
        </p:nvSpPr>
        <p:spPr>
          <a:xfrm>
            <a:off x="685800" y="2039112"/>
            <a:ext cx="192024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sismos en el catálogo del SGC (2006-2026)</a:t>
            </a:r>
          </a:p>
        </p:txBody>
      </p:sp>
      <p:sp>
        <p:nvSpPr>
          <p:cNvPr id="7" name="Rectangle 6"/>
          <p:cNvSpPr/>
          <p:nvPr/>
        </p:nvSpPr>
        <p:spPr>
          <a:xfrm>
            <a:off x="2926080" y="1417320"/>
            <a:ext cx="2194560" cy="105156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3240" y="1508760"/>
            <a:ext cx="192024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150 km</a:t>
            </a:r>
          </a:p>
        </p:txBody>
      </p:sp>
      <p:sp>
        <p:nvSpPr>
          <p:cNvPr id="9" name="TextBox 8"/>
          <p:cNvSpPr txBox="1"/>
          <p:nvPr/>
        </p:nvSpPr>
        <p:spPr>
          <a:xfrm>
            <a:off x="3063240" y="2039112"/>
            <a:ext cx="192024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profundidad típica del Nido de Bucaramanga</a:t>
            </a:r>
          </a:p>
        </p:txBody>
      </p:sp>
      <p:sp>
        <p:nvSpPr>
          <p:cNvPr id="10" name="Rectangle 9"/>
          <p:cNvSpPr/>
          <p:nvPr/>
        </p:nvSpPr>
        <p:spPr>
          <a:xfrm>
            <a:off x="5303520" y="1417320"/>
            <a:ext cx="2194560" cy="105156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40680" y="1508760"/>
            <a:ext cx="1920240" cy="548640"/>
          </a:xfrm>
          <a:prstGeom prst="rect">
            <a:avLst/>
          </a:prstGeom>
          <a:noFill/>
        </p:spPr>
        <p:txBody>
          <a:bodyPr wrap="square" anchor="t" lIns="0" rIns="0" tIns="0" bIns="0">
            <a:spAutoFit/>
          </a:bodyPr>
          <a:lstStyle/>
          <a:p>
            <a:pPr algn="l">
              <a:spcAft>
                <a:spcPts val="600"/>
              </a:spcAft>
            </a:pPr>
            <a:r>
              <a:rPr b="1" sz="2600">
                <a:solidFill>
                  <a:srgbClr val="434343"/>
                </a:solidFill>
                <a:latin typeface="Livvic"/>
              </a:rPr>
              <a:t>30 zonas</a:t>
            </a:r>
          </a:p>
        </p:txBody>
      </p:sp>
      <p:sp>
        <p:nvSpPr>
          <p:cNvPr id="12" name="TextBox 11"/>
          <p:cNvSpPr txBox="1"/>
          <p:nvPr/>
        </p:nvSpPr>
        <p:spPr>
          <a:xfrm>
            <a:off x="5440680" y="2039112"/>
            <a:ext cx="1920240" cy="365760"/>
          </a:xfrm>
          <a:prstGeom prst="rect">
            <a:avLst/>
          </a:prstGeom>
          <a:noFill/>
        </p:spPr>
        <p:txBody>
          <a:bodyPr wrap="square" anchor="t" lIns="0" rIns="0" tIns="0" bIns="0">
            <a:spAutoFit/>
          </a:bodyPr>
          <a:lstStyle/>
          <a:p>
            <a:pPr algn="l">
              <a:spcAft>
                <a:spcPts val="600"/>
              </a:spcAft>
            </a:pPr>
            <a:r>
              <a:rPr b="0" sz="1100">
                <a:solidFill>
                  <a:srgbClr val="434343"/>
                </a:solidFill>
                <a:latin typeface="Catamaran"/>
              </a:rPr>
              <a:t>celdas de 5,5 km que clasificamos</a:t>
            </a:r>
          </a:p>
        </p:txBody>
      </p:sp>
      <p:sp>
        <p:nvSpPr>
          <p:cNvPr id="13" name="TextBox 12"/>
          <p:cNvSpPr txBox="1"/>
          <p:nvPr/>
        </p:nvSpPr>
        <p:spPr>
          <a:xfrm>
            <a:off x="548640" y="2743200"/>
            <a:ext cx="6949440" cy="2011680"/>
          </a:xfrm>
          <a:prstGeom prst="rect">
            <a:avLst/>
          </a:prstGeom>
          <a:noFill/>
        </p:spPr>
        <p:txBody>
          <a:bodyPr wrap="square" anchor="t" lIns="0" rIns="0" tIns="0" bIns="0">
            <a:spAutoFit/>
          </a:bodyPr>
          <a:lstStyle/>
          <a:p>
            <a:pPr algn="l">
              <a:spcAft>
                <a:spcPts val="900"/>
              </a:spcAft>
            </a:pPr>
            <a:r>
              <a:rPr b="1" sz="1400">
                <a:solidFill>
                  <a:srgbClr val="434343"/>
                </a:solidFill>
                <a:latin typeface="Catamaran"/>
              </a:rPr>
              <a:t>El reto (Básico): </a:t>
            </a:r>
            <a:r>
              <a:rPr b="0" sz="1400">
                <a:solidFill>
                  <a:srgbClr val="434343"/>
                </a:solidFill>
                <a:latin typeface="Catamaran"/>
              </a:rPr>
              <a:t>clasificar el riesgo de una zona en bajo, medio o alto, con datos oficiales y un modelo supervisado.</a:t>
            </a:r>
          </a:p>
          <a:p>
            <a:pPr algn="l">
              <a:spcAft>
                <a:spcPts val="900"/>
              </a:spcAft>
            </a:pPr>
            <a:r>
              <a:rPr b="1" sz="1400">
                <a:solidFill>
                  <a:srgbClr val="434343"/>
                </a:solidFill>
                <a:latin typeface="Catamaran"/>
              </a:rPr>
              <a:t>Lo difícil no es el algoritmo, son los datos: </a:t>
            </a:r>
            <a:r>
              <a:rPr b="0" sz="1400">
                <a:solidFill>
                  <a:srgbClr val="434343"/>
                </a:solidFill>
                <a:latin typeface="Catamaran"/>
              </a:rPr>
              <a:t>la red detecta cada vez más sismos pequeños, el catálogo no dice qué daños hubo, y los sismos tienen azar.</a:t>
            </a:r>
          </a:p>
          <a:p>
            <a:pPr algn="l">
              <a:spcAft>
                <a:spcPts val="900"/>
              </a:spcAft>
            </a:pPr>
            <a:r>
              <a:rPr b="1" sz="1400">
                <a:solidFill>
                  <a:srgbClr val="434343"/>
                </a:solidFill>
                <a:latin typeface="Catamaran"/>
              </a:rPr>
              <a:t>Nuestra regla: </a:t>
            </a:r>
            <a:r>
              <a:rPr b="0" sz="1400">
                <a:solidFill>
                  <a:srgbClr val="434343"/>
                </a:solidFill>
                <a:latin typeface="Catamaran"/>
              </a:rPr>
              <a:t>medir todo con honestidad y mostrar los límites junto a los resultados.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SOLUCIÓN</a:t>
            </a:r>
          </a:p>
        </p:txBody>
      </p:sp>
      <p:sp>
        <p:nvSpPr>
          <p:cNvPr id="3" name="Rectangle 2"/>
          <p:cNvSpPr/>
          <p:nvPr/>
        </p:nvSpPr>
        <p:spPr>
          <a:xfrm>
            <a:off x="457200" y="685800"/>
            <a:ext cx="1600200" cy="329184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58952"/>
            <a:ext cx="1417320"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DATOS OFICIALES</a:t>
            </a:r>
          </a:p>
        </p:txBody>
      </p:sp>
      <p:sp>
        <p:nvSpPr>
          <p:cNvPr id="5" name="TextBox 4"/>
          <p:cNvSpPr txBox="1"/>
          <p:nvPr/>
        </p:nvSpPr>
        <p:spPr>
          <a:xfrm>
            <a:off x="548640" y="1051560"/>
            <a:ext cx="1417320" cy="288036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SGC</a:t>
            </a:r>
          </a:p>
          <a:p>
            <a:pPr algn="ctr">
              <a:spcAft>
                <a:spcPts val="100"/>
              </a:spcAft>
            </a:pPr>
            <a:r>
              <a:rPr b="0" sz="1050">
                <a:solidFill>
                  <a:srgbClr val="434343"/>
                </a:solidFill>
                <a:latin typeface="Catamaran"/>
              </a:rPr>
              <a:t>catálogo de sismos</a:t>
            </a:r>
          </a:p>
          <a:p>
            <a:pPr algn="ctr">
              <a:spcAft>
                <a:spcPts val="100"/>
              </a:spcAft>
            </a:pPr>
            <a:r>
              <a:rPr b="0" sz="1050">
                <a:solidFill>
                  <a:srgbClr val="434343"/>
                </a:solidFill>
                <a:latin typeface="Catamaran"/>
              </a:rPr>
              <a:t/>
            </a:r>
          </a:p>
          <a:p>
            <a:pPr algn="ctr">
              <a:spcAft>
                <a:spcPts val="100"/>
              </a:spcAft>
            </a:pPr>
            <a:r>
              <a:rPr b="0" sz="1050">
                <a:solidFill>
                  <a:srgbClr val="434343"/>
                </a:solidFill>
                <a:latin typeface="Catamaran"/>
              </a:rPr>
              <a:t>USGS</a:t>
            </a:r>
          </a:p>
          <a:p>
            <a:pPr algn="ctr">
              <a:spcAft>
                <a:spcPts val="100"/>
              </a:spcAft>
            </a:pPr>
            <a:r>
              <a:rPr b="0" sz="1050">
                <a:solidFill>
                  <a:srgbClr val="434343"/>
                </a:solidFill>
                <a:latin typeface="Catamaran"/>
              </a:rPr>
              <a:t>intensidades</a:t>
            </a:r>
          </a:p>
          <a:p>
            <a:pPr algn="ctr">
              <a:spcAft>
                <a:spcPts val="100"/>
              </a:spcAft>
            </a:pPr>
            <a:r>
              <a:rPr b="0" sz="1050">
                <a:solidFill>
                  <a:srgbClr val="434343"/>
                </a:solidFill>
                <a:latin typeface="Catamaran"/>
              </a:rPr>
              <a:t/>
            </a:r>
          </a:p>
          <a:p>
            <a:pPr algn="ctr">
              <a:spcAft>
                <a:spcPts val="100"/>
              </a:spcAft>
            </a:pPr>
            <a:r>
              <a:rPr b="0" sz="1050">
                <a:solidFill>
                  <a:srgbClr val="434343"/>
                </a:solidFill>
                <a:latin typeface="Catamaran"/>
              </a:rPr>
              <a:t>DANE</a:t>
            </a:r>
          </a:p>
          <a:p>
            <a:pPr algn="ctr">
              <a:spcAft>
                <a:spcPts val="100"/>
              </a:spcAft>
            </a:pPr>
            <a:r>
              <a:rPr b="0" sz="1050">
                <a:solidFill>
                  <a:srgbClr val="434343"/>
                </a:solidFill>
                <a:latin typeface="Catamaran"/>
              </a:rPr>
              <a:t>población y viviendas</a:t>
            </a:r>
          </a:p>
          <a:p>
            <a:pPr algn="ctr">
              <a:spcAft>
                <a:spcPts val="100"/>
              </a:spcAft>
            </a:pPr>
            <a:r>
              <a:rPr b="0" sz="1050">
                <a:solidFill>
                  <a:srgbClr val="434343"/>
                </a:solidFill>
                <a:latin typeface="Catamaran"/>
              </a:rPr>
              <a:t/>
            </a:r>
          </a:p>
          <a:p>
            <a:pPr algn="ctr">
              <a:spcAft>
                <a:spcPts val="100"/>
              </a:spcAft>
            </a:pPr>
            <a:r>
              <a:rPr b="0" sz="1050">
                <a:solidFill>
                  <a:srgbClr val="434343"/>
                </a:solidFill>
                <a:latin typeface="Catamaran"/>
              </a:rPr>
              <a:t>UNGRD</a:t>
            </a:r>
          </a:p>
          <a:p>
            <a:pPr algn="ctr">
              <a:spcAft>
                <a:spcPts val="100"/>
              </a:spcAft>
            </a:pPr>
            <a:r>
              <a:rPr b="0" sz="1050">
                <a:solidFill>
                  <a:srgbClr val="434343"/>
                </a:solidFill>
                <a:latin typeface="Catamaran"/>
              </a:rPr>
              <a:t>emergencias</a:t>
            </a:r>
          </a:p>
        </p:txBody>
      </p:sp>
      <p:sp>
        <p:nvSpPr>
          <p:cNvPr id="6" name="Right Arrow 5"/>
          <p:cNvSpPr/>
          <p:nvPr/>
        </p:nvSpPr>
        <p:spPr>
          <a:xfrm>
            <a:off x="2103120" y="2212848"/>
            <a:ext cx="292608" cy="237744"/>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384048"/>
            <a:ext cx="2103120" cy="274320"/>
          </a:xfrm>
          <a:prstGeom prst="rect">
            <a:avLst/>
          </a:prstGeom>
          <a:noFill/>
        </p:spPr>
        <p:txBody>
          <a:bodyPr wrap="square" anchor="t" lIns="0" rIns="0" tIns="0" bIns="0">
            <a:spAutoFit/>
          </a:bodyPr>
          <a:lstStyle/>
          <a:p>
            <a:pPr algn="ctr">
              <a:spcAft>
                <a:spcPts val="600"/>
              </a:spcAft>
            </a:pPr>
            <a:r>
              <a:rPr b="1" sz="1100">
                <a:solidFill>
                  <a:srgbClr val="908269"/>
                </a:solidFill>
                <a:latin typeface="Livvic"/>
              </a:rPr>
              <a:t>ENTRENAMIENTO</a:t>
            </a:r>
          </a:p>
        </p:txBody>
      </p:sp>
      <p:sp>
        <p:nvSpPr>
          <p:cNvPr id="8" name="Rectangle 7"/>
          <p:cNvSpPr/>
          <p:nvPr/>
        </p:nvSpPr>
        <p:spPr>
          <a:xfrm>
            <a:off x="2468880" y="685800"/>
            <a:ext cx="2103120" cy="749808"/>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758952"/>
            <a:ext cx="1920239"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1 · Sismos Los Santos</a:t>
            </a:r>
          </a:p>
        </p:txBody>
      </p:sp>
      <p:sp>
        <p:nvSpPr>
          <p:cNvPr id="10" name="TextBox 9"/>
          <p:cNvSpPr txBox="1"/>
          <p:nvPr/>
        </p:nvSpPr>
        <p:spPr>
          <a:xfrm>
            <a:off x="2560320" y="1051560"/>
            <a:ext cx="1920239" cy="338327"/>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Clasificador · 30 celdas</a:t>
            </a:r>
          </a:p>
        </p:txBody>
      </p:sp>
      <p:sp>
        <p:nvSpPr>
          <p:cNvPr id="11" name="Rectangle 10"/>
          <p:cNvSpPr/>
          <p:nvPr/>
        </p:nvSpPr>
        <p:spPr>
          <a:xfrm>
            <a:off x="2468880" y="1536192"/>
            <a:ext cx="2103120" cy="749808"/>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609344"/>
            <a:ext cx="1920239"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2 · Sismos Santander</a:t>
            </a:r>
          </a:p>
        </p:txBody>
      </p:sp>
      <p:sp>
        <p:nvSpPr>
          <p:cNvPr id="13" name="TextBox 12"/>
          <p:cNvSpPr txBox="1"/>
          <p:nvPr/>
        </p:nvSpPr>
        <p:spPr>
          <a:xfrm>
            <a:off x="2560320" y="1901952"/>
            <a:ext cx="1920239" cy="338327"/>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Clasificador · 358 celdas</a:t>
            </a:r>
          </a:p>
        </p:txBody>
      </p:sp>
      <p:sp>
        <p:nvSpPr>
          <p:cNvPr id="14" name="Rectangle 13"/>
          <p:cNvSpPr/>
          <p:nvPr/>
        </p:nvSpPr>
        <p:spPr>
          <a:xfrm>
            <a:off x="2468880" y="2386584"/>
            <a:ext cx="2103120" cy="749808"/>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60320" y="2459736"/>
            <a:ext cx="1920239"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3 · Viviendas y costo</a:t>
            </a:r>
          </a:p>
        </p:txBody>
      </p:sp>
      <p:sp>
        <p:nvSpPr>
          <p:cNvPr id="16" name="TextBox 15"/>
          <p:cNvSpPr txBox="1"/>
          <p:nvPr/>
        </p:nvSpPr>
        <p:spPr>
          <a:xfrm>
            <a:off x="2560320" y="2752344"/>
            <a:ext cx="1920239" cy="338327"/>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Regresión · 120 casos</a:t>
            </a:r>
          </a:p>
        </p:txBody>
      </p:sp>
      <p:sp>
        <p:nvSpPr>
          <p:cNvPr id="17" name="Rectangle 16"/>
          <p:cNvSpPr/>
          <p:nvPr/>
        </p:nvSpPr>
        <p:spPr>
          <a:xfrm>
            <a:off x="2468880" y="3236976"/>
            <a:ext cx="2103120" cy="749808"/>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3310128"/>
            <a:ext cx="1920239"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Simulador de sacudida</a:t>
            </a:r>
          </a:p>
        </p:txBody>
      </p:sp>
      <p:sp>
        <p:nvSpPr>
          <p:cNvPr id="19" name="TextBox 18"/>
          <p:cNvSpPr txBox="1"/>
          <p:nvPr/>
        </p:nvSpPr>
        <p:spPr>
          <a:xfrm>
            <a:off x="2560320" y="3602736"/>
            <a:ext cx="1920239" cy="338327"/>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Física + calibración</a:t>
            </a:r>
          </a:p>
        </p:txBody>
      </p:sp>
      <p:sp>
        <p:nvSpPr>
          <p:cNvPr id="20" name="Right Arrow 19"/>
          <p:cNvSpPr/>
          <p:nvPr/>
        </p:nvSpPr>
        <p:spPr>
          <a:xfrm>
            <a:off x="4617720" y="2212848"/>
            <a:ext cx="292608" cy="237744"/>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83480" y="685800"/>
            <a:ext cx="1325880" cy="329184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758952"/>
            <a:ext cx="1143000"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BACKEND</a:t>
            </a:r>
          </a:p>
        </p:txBody>
      </p:sp>
      <p:sp>
        <p:nvSpPr>
          <p:cNvPr id="23" name="TextBox 22"/>
          <p:cNvSpPr txBox="1"/>
          <p:nvPr/>
        </p:nvSpPr>
        <p:spPr>
          <a:xfrm>
            <a:off x="5074920" y="1051560"/>
            <a:ext cx="1143000" cy="2880360"/>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FastAPI</a:t>
            </a:r>
          </a:p>
          <a:p>
            <a:pPr algn="ctr">
              <a:spcAft>
                <a:spcPts val="100"/>
              </a:spcAft>
            </a:pPr>
            <a:r>
              <a:rPr b="0" sz="1050">
                <a:solidFill>
                  <a:srgbClr val="FFFFFF"/>
                </a:solidFill>
                <a:latin typeface="Catamaran"/>
              </a:rPr>
              <a:t>Python 3.11</a:t>
            </a:r>
          </a:p>
          <a:p>
            <a:pPr algn="ctr">
              <a:spcAft>
                <a:spcPts val="100"/>
              </a:spcAft>
            </a:pPr>
            <a:r>
              <a:rPr b="0" sz="1050">
                <a:solidFill>
                  <a:srgbClr val="FFFFFF"/>
                </a:solidFill>
                <a:latin typeface="Catamaran"/>
              </a:rPr>
              <a:t/>
            </a:r>
          </a:p>
          <a:p>
            <a:pPr algn="ctr">
              <a:spcAft>
                <a:spcPts val="100"/>
              </a:spcAft>
            </a:pPr>
            <a:r>
              <a:rPr b="0" sz="1050">
                <a:solidFill>
                  <a:srgbClr val="FFFFFF"/>
                </a:solidFill>
                <a:latin typeface="Catamaran"/>
              </a:rPr>
              <a:t>Carga los modelos</a:t>
            </a:r>
          </a:p>
          <a:p>
            <a:pPr algn="ctr">
              <a:spcAft>
                <a:spcPts val="100"/>
              </a:spcAft>
            </a:pPr>
            <a:r>
              <a:rPr b="0" sz="1050">
                <a:solidFill>
                  <a:srgbClr val="FFFFFF"/>
                </a:solidFill>
                <a:latin typeface="Catamaran"/>
              </a:rPr>
              <a:t>y responde por</a:t>
            </a:r>
          </a:p>
          <a:p>
            <a:pPr algn="ctr">
              <a:spcAft>
                <a:spcPts val="100"/>
              </a:spcAft>
            </a:pPr>
            <a:r>
              <a:rPr b="0" sz="1050">
                <a:solidFill>
                  <a:srgbClr val="FFFFFF"/>
                </a:solidFill>
                <a:latin typeface="Catamaran"/>
              </a:rPr>
              <a:t>una API REST</a:t>
            </a:r>
          </a:p>
          <a:p>
            <a:pPr algn="ctr">
              <a:spcAft>
                <a:spcPts val="100"/>
              </a:spcAft>
            </a:pPr>
            <a:r>
              <a:rPr b="0" sz="1050">
                <a:solidFill>
                  <a:srgbClr val="FFFFFF"/>
                </a:solidFill>
                <a:latin typeface="Catamaran"/>
              </a:rPr>
              <a:t/>
            </a:r>
          </a:p>
          <a:p>
            <a:pPr algn="ctr">
              <a:spcAft>
                <a:spcPts val="100"/>
              </a:spcAft>
            </a:pPr>
            <a:r>
              <a:rPr b="0" sz="1050">
                <a:solidFill>
                  <a:srgbClr val="FFFFFF"/>
                </a:solidFill>
                <a:latin typeface="Catamaran"/>
              </a:rPr>
              <a:t>22 pruebas</a:t>
            </a:r>
          </a:p>
          <a:p>
            <a:pPr algn="ctr">
              <a:spcAft>
                <a:spcPts val="100"/>
              </a:spcAft>
            </a:pPr>
            <a:r>
              <a:rPr b="0" sz="1050">
                <a:solidFill>
                  <a:srgbClr val="FFFFFF"/>
                </a:solidFill>
                <a:latin typeface="Catamaran"/>
              </a:rPr>
              <a:t/>
            </a:r>
          </a:p>
          <a:p>
            <a:pPr algn="ctr">
              <a:spcAft>
                <a:spcPts val="100"/>
              </a:spcAft>
            </a:pPr>
            <a:r>
              <a:rPr b="0" sz="1050">
                <a:solidFill>
                  <a:srgbClr val="FFFFFF"/>
                </a:solidFill>
                <a:latin typeface="Catamaran"/>
              </a:rPr>
              <a:t>→ Cloud Run</a:t>
            </a:r>
          </a:p>
        </p:txBody>
      </p:sp>
      <p:sp>
        <p:nvSpPr>
          <p:cNvPr id="24" name="Right Arrow 23"/>
          <p:cNvSpPr/>
          <p:nvPr/>
        </p:nvSpPr>
        <p:spPr>
          <a:xfrm>
            <a:off x="6355080" y="2212848"/>
            <a:ext cx="292608" cy="237744"/>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20840" y="685800"/>
            <a:ext cx="1188720" cy="329184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79" y="758952"/>
            <a:ext cx="1005840"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FRONTEND</a:t>
            </a:r>
          </a:p>
        </p:txBody>
      </p:sp>
      <p:sp>
        <p:nvSpPr>
          <p:cNvPr id="27" name="TextBox 26"/>
          <p:cNvSpPr txBox="1"/>
          <p:nvPr/>
        </p:nvSpPr>
        <p:spPr>
          <a:xfrm>
            <a:off x="6812279" y="1051560"/>
            <a:ext cx="1005840" cy="2880360"/>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React</a:t>
            </a:r>
          </a:p>
          <a:p>
            <a:pPr algn="ctr">
              <a:spcAft>
                <a:spcPts val="100"/>
              </a:spcAft>
            </a:pPr>
            <a:r>
              <a:rPr b="0" sz="1050">
                <a:solidFill>
                  <a:srgbClr val="FFFFFF"/>
                </a:solidFill>
                <a:latin typeface="Catamaran"/>
              </a:rPr>
              <a:t>TypeScript</a:t>
            </a:r>
          </a:p>
          <a:p>
            <a:pPr algn="ctr">
              <a:spcAft>
                <a:spcPts val="100"/>
              </a:spcAft>
            </a:pPr>
            <a:r>
              <a:rPr b="0" sz="1050">
                <a:solidFill>
                  <a:srgbClr val="FFFFFF"/>
                </a:solidFill>
                <a:latin typeface="Catamaran"/>
              </a:rPr>
              <a:t>deck.gl</a:t>
            </a:r>
          </a:p>
          <a:p>
            <a:pPr algn="ctr">
              <a:spcAft>
                <a:spcPts val="100"/>
              </a:spcAft>
            </a:pPr>
            <a:r>
              <a:rPr b="0" sz="1050">
                <a:solidFill>
                  <a:srgbClr val="FFFFFF"/>
                </a:solidFill>
                <a:latin typeface="Catamaran"/>
              </a:rPr>
              <a:t/>
            </a:r>
          </a:p>
          <a:p>
            <a:pPr algn="ctr">
              <a:spcAft>
                <a:spcPts val="100"/>
              </a:spcAft>
            </a:pPr>
            <a:r>
              <a:rPr b="0" sz="1050">
                <a:solidFill>
                  <a:srgbClr val="FFFFFF"/>
                </a:solidFill>
                <a:latin typeface="Catamaran"/>
              </a:rPr>
              <a:t>Relieve 3D</a:t>
            </a:r>
          </a:p>
          <a:p>
            <a:pPr algn="ctr">
              <a:spcAft>
                <a:spcPts val="100"/>
              </a:spcAft>
            </a:pPr>
            <a:r>
              <a:rPr b="0" sz="1050">
                <a:solidFill>
                  <a:srgbClr val="FFFFFF"/>
                </a:solidFill>
                <a:latin typeface="Catamaran"/>
              </a:rPr>
              <a:t>mapas de calor</a:t>
            </a:r>
          </a:p>
          <a:p>
            <a:pPr algn="ctr">
              <a:spcAft>
                <a:spcPts val="100"/>
              </a:spcAft>
            </a:pPr>
            <a:r>
              <a:rPr b="0" sz="1050">
                <a:solidFill>
                  <a:srgbClr val="FFFFFF"/>
                </a:solidFill>
                <a:latin typeface="Catamaran"/>
              </a:rPr>
              <a:t>y paneles</a:t>
            </a:r>
          </a:p>
          <a:p>
            <a:pPr algn="ctr">
              <a:spcAft>
                <a:spcPts val="100"/>
              </a:spcAft>
            </a:pPr>
            <a:r>
              <a:rPr b="0" sz="1050">
                <a:solidFill>
                  <a:srgbClr val="FFFFFF"/>
                </a:solidFill>
                <a:latin typeface="Catamaran"/>
              </a:rPr>
              <a:t/>
            </a:r>
          </a:p>
          <a:p>
            <a:pPr algn="ctr">
              <a:spcAft>
                <a:spcPts val="100"/>
              </a:spcAft>
            </a:pPr>
            <a:r>
              <a:rPr b="0" sz="1050">
                <a:solidFill>
                  <a:srgbClr val="FFFFFF"/>
                </a:solidFill>
                <a:latin typeface="Catamaran"/>
              </a:rPr>
              <a:t>→ Vercel</a:t>
            </a:r>
          </a:p>
        </p:txBody>
      </p:sp>
      <p:sp>
        <p:nvSpPr>
          <p:cNvPr id="28" name="TextBox 27"/>
          <p:cNvSpPr txBox="1"/>
          <p:nvPr/>
        </p:nvSpPr>
        <p:spPr>
          <a:xfrm>
            <a:off x="457200" y="4160520"/>
            <a:ext cx="7406640" cy="548640"/>
          </a:xfrm>
          <a:prstGeom prst="rect">
            <a:avLst/>
          </a:prstGeom>
          <a:noFill/>
        </p:spPr>
        <p:txBody>
          <a:bodyPr wrap="square" anchor="t" lIns="0" rIns="0" tIns="0" bIns="0">
            <a:spAutoFit/>
          </a:bodyPr>
          <a:lstStyle/>
          <a:p>
            <a:pPr algn="l">
              <a:spcAft>
                <a:spcPts val="600"/>
              </a:spcAft>
            </a:pPr>
            <a:r>
              <a:rPr b="1" sz="1300">
                <a:solidFill>
                  <a:srgbClr val="434343"/>
                </a:solidFill>
                <a:latin typeface="Catamaran"/>
              </a:rPr>
              <a:t>Tres modelos supervisados, </a:t>
            </a:r>
            <a:r>
              <a:rPr b="0" sz="1300">
                <a:solidFill>
                  <a:srgbClr val="434343"/>
                </a:solidFill>
                <a:latin typeface="Catamaran"/>
              </a:rPr>
              <a:t>cada uno entrenado y validado por separado, con su cuaderno de registro y su PDF.</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DATOS Y LIMPIEZA</a:t>
            </a:r>
          </a:p>
        </p:txBody>
      </p:sp>
      <p:sp>
        <p:nvSpPr>
          <p:cNvPr id="3" name="Rectangle 2"/>
          <p:cNvSpPr/>
          <p:nvPr/>
        </p:nvSpPr>
        <p:spPr>
          <a:xfrm>
            <a:off x="457200" y="566928"/>
            <a:ext cx="457200" cy="512064"/>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66928"/>
            <a:ext cx="457200" cy="512064"/>
          </a:xfrm>
          <a:prstGeom prst="rect">
            <a:avLst/>
          </a:prstGeom>
          <a:noFill/>
        </p:spPr>
        <p:txBody>
          <a:bodyPr wrap="square" anchor="ctr" lIns="0" rIns="0" tIns="0" bIns="0">
            <a:spAutoFit/>
          </a:bodyPr>
          <a:lstStyle/>
          <a:p>
            <a:pPr algn="ctr">
              <a:spcAft>
                <a:spcPts val="600"/>
              </a:spcAft>
            </a:pPr>
            <a:r>
              <a:rPr b="1" sz="1800">
                <a:solidFill>
                  <a:srgbClr val="FFFFFF"/>
                </a:solidFill>
                <a:latin typeface="Livvic"/>
              </a:rPr>
              <a:t>1</a:t>
            </a:r>
          </a:p>
        </p:txBody>
      </p:sp>
      <p:sp>
        <p:nvSpPr>
          <p:cNvPr id="5" name="Rectangle 4"/>
          <p:cNvSpPr/>
          <p:nvPr/>
        </p:nvSpPr>
        <p:spPr>
          <a:xfrm>
            <a:off x="950976" y="566928"/>
            <a:ext cx="2743200" cy="512064"/>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612648"/>
            <a:ext cx="2560320" cy="457200"/>
          </a:xfrm>
          <a:prstGeom prst="rect">
            <a:avLst/>
          </a:prstGeom>
          <a:noFill/>
        </p:spPr>
        <p:txBody>
          <a:bodyPr wrap="square" anchor="t" lIns="0" rIns="0" tIns="0" bIns="0">
            <a:spAutoFit/>
          </a:bodyPr>
          <a:lstStyle/>
          <a:p>
            <a:pPr algn="l">
              <a:spcAft>
                <a:spcPts val="0"/>
              </a:spcAft>
            </a:pPr>
            <a:r>
              <a:rPr b="1" sz="1100">
                <a:solidFill>
                  <a:srgbClr val="434343"/>
                </a:solidFill>
                <a:latin typeface="Catamaran"/>
              </a:rPr>
              <a:t>Texto → número</a:t>
            </a:r>
          </a:p>
          <a:p>
            <a:pPr algn="l">
              <a:spcAft>
                <a:spcPts val="0"/>
              </a:spcAft>
            </a:pPr>
            <a:r>
              <a:rPr b="0" sz="1100">
                <a:solidFill>
                  <a:srgbClr val="434343"/>
                </a:solidFill>
                <a:latin typeface="Catamaran"/>
              </a:rPr>
              <a:t>magnitud, profundidad, coordenadas</a:t>
            </a:r>
          </a:p>
        </p:txBody>
      </p:sp>
      <p:sp>
        <p:nvSpPr>
          <p:cNvPr id="7" name="Rectangle 6"/>
          <p:cNvSpPr/>
          <p:nvPr/>
        </p:nvSpPr>
        <p:spPr>
          <a:xfrm>
            <a:off x="457200" y="1170432"/>
            <a:ext cx="457200" cy="512064"/>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70432"/>
            <a:ext cx="457200" cy="512064"/>
          </a:xfrm>
          <a:prstGeom prst="rect">
            <a:avLst/>
          </a:prstGeom>
          <a:noFill/>
        </p:spPr>
        <p:txBody>
          <a:bodyPr wrap="square" anchor="ctr" lIns="0" rIns="0" tIns="0" bIns="0">
            <a:spAutoFit/>
          </a:bodyPr>
          <a:lstStyle/>
          <a:p>
            <a:pPr algn="ctr">
              <a:spcAft>
                <a:spcPts val="600"/>
              </a:spcAft>
            </a:pPr>
            <a:r>
              <a:rPr b="1" sz="1800">
                <a:solidFill>
                  <a:srgbClr val="FFFFFF"/>
                </a:solidFill>
                <a:latin typeface="Livvic"/>
              </a:rPr>
              <a:t>2</a:t>
            </a:r>
          </a:p>
        </p:txBody>
      </p:sp>
      <p:sp>
        <p:nvSpPr>
          <p:cNvPr id="9" name="Rectangle 8"/>
          <p:cNvSpPr/>
          <p:nvPr/>
        </p:nvSpPr>
        <p:spPr>
          <a:xfrm>
            <a:off x="950976" y="1170432"/>
            <a:ext cx="2743200" cy="512064"/>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1216152"/>
            <a:ext cx="2560320" cy="457200"/>
          </a:xfrm>
          <a:prstGeom prst="rect">
            <a:avLst/>
          </a:prstGeom>
          <a:noFill/>
        </p:spPr>
        <p:txBody>
          <a:bodyPr wrap="square" anchor="t" lIns="0" rIns="0" tIns="0" bIns="0">
            <a:spAutoFit/>
          </a:bodyPr>
          <a:lstStyle/>
          <a:p>
            <a:pPr algn="l">
              <a:spcAft>
                <a:spcPts val="0"/>
              </a:spcAft>
            </a:pPr>
            <a:r>
              <a:rPr b="1" sz="1100">
                <a:solidFill>
                  <a:srgbClr val="434343"/>
                </a:solidFill>
                <a:latin typeface="Catamaran"/>
              </a:rPr>
              <a:t>Texto → fecha</a:t>
            </a:r>
          </a:p>
          <a:p>
            <a:pPr algn="l">
              <a:spcAft>
                <a:spcPts val="0"/>
              </a:spcAft>
            </a:pPr>
            <a:r>
              <a:rPr b="0" sz="1100">
                <a:solidFill>
                  <a:srgbClr val="434343"/>
                </a:solidFill>
                <a:latin typeface="Catamaran"/>
              </a:rPr>
              <a:t>con zona horaria UTC</a:t>
            </a:r>
          </a:p>
        </p:txBody>
      </p:sp>
      <p:sp>
        <p:nvSpPr>
          <p:cNvPr id="11" name="Rectangle 10"/>
          <p:cNvSpPr/>
          <p:nvPr/>
        </p:nvSpPr>
        <p:spPr>
          <a:xfrm>
            <a:off x="457200" y="1773936"/>
            <a:ext cx="457200" cy="512064"/>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773936"/>
            <a:ext cx="457200" cy="512064"/>
          </a:xfrm>
          <a:prstGeom prst="rect">
            <a:avLst/>
          </a:prstGeom>
          <a:noFill/>
        </p:spPr>
        <p:txBody>
          <a:bodyPr wrap="square" anchor="ctr" lIns="0" rIns="0" tIns="0" bIns="0">
            <a:spAutoFit/>
          </a:bodyPr>
          <a:lstStyle/>
          <a:p>
            <a:pPr algn="ctr">
              <a:spcAft>
                <a:spcPts val="600"/>
              </a:spcAft>
            </a:pPr>
            <a:r>
              <a:rPr b="1" sz="1800">
                <a:solidFill>
                  <a:srgbClr val="FFFFFF"/>
                </a:solidFill>
                <a:latin typeface="Livvic"/>
              </a:rPr>
              <a:t>3</a:t>
            </a:r>
          </a:p>
        </p:txBody>
      </p:sp>
      <p:sp>
        <p:nvSpPr>
          <p:cNvPr id="13" name="Rectangle 12"/>
          <p:cNvSpPr/>
          <p:nvPr/>
        </p:nvSpPr>
        <p:spPr>
          <a:xfrm>
            <a:off x="950976" y="1773936"/>
            <a:ext cx="2743200" cy="512064"/>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1819656"/>
            <a:ext cx="2560320" cy="457200"/>
          </a:xfrm>
          <a:prstGeom prst="rect">
            <a:avLst/>
          </a:prstGeom>
          <a:noFill/>
        </p:spPr>
        <p:txBody>
          <a:bodyPr wrap="square" anchor="t" lIns="0" rIns="0" tIns="0" bIns="0">
            <a:spAutoFit/>
          </a:bodyPr>
          <a:lstStyle/>
          <a:p>
            <a:pPr algn="l">
              <a:spcAft>
                <a:spcPts val="0"/>
              </a:spcAft>
            </a:pPr>
            <a:r>
              <a:rPr b="1" sz="1100">
                <a:solidFill>
                  <a:srgbClr val="434343"/>
                </a:solidFill>
                <a:latin typeface="Catamaran"/>
              </a:rPr>
              <a:t>Datos esenciales</a:t>
            </a:r>
          </a:p>
          <a:p>
            <a:pPr algn="l">
              <a:spcAft>
                <a:spcPts val="0"/>
              </a:spcAft>
            </a:pPr>
            <a:r>
              <a:rPr b="0" sz="1100">
                <a:solidFill>
                  <a:srgbClr val="434343"/>
                </a:solidFill>
                <a:latin typeface="Catamaran"/>
              </a:rPr>
              <a:t>sin magnitud, lugar o fecha: 0</a:t>
            </a:r>
          </a:p>
        </p:txBody>
      </p:sp>
      <p:sp>
        <p:nvSpPr>
          <p:cNvPr id="15" name="Rectangle 14"/>
          <p:cNvSpPr/>
          <p:nvPr/>
        </p:nvSpPr>
        <p:spPr>
          <a:xfrm>
            <a:off x="457200" y="2377440"/>
            <a:ext cx="457200" cy="512064"/>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377440"/>
            <a:ext cx="457200" cy="512064"/>
          </a:xfrm>
          <a:prstGeom prst="rect">
            <a:avLst/>
          </a:prstGeom>
          <a:noFill/>
        </p:spPr>
        <p:txBody>
          <a:bodyPr wrap="square" anchor="ctr" lIns="0" rIns="0" tIns="0" bIns="0">
            <a:spAutoFit/>
          </a:bodyPr>
          <a:lstStyle/>
          <a:p>
            <a:pPr algn="ctr">
              <a:spcAft>
                <a:spcPts val="600"/>
              </a:spcAft>
            </a:pPr>
            <a:r>
              <a:rPr b="1" sz="1800">
                <a:solidFill>
                  <a:srgbClr val="FFFFFF"/>
                </a:solidFill>
                <a:latin typeface="Livvic"/>
              </a:rPr>
              <a:t>4</a:t>
            </a:r>
          </a:p>
        </p:txBody>
      </p:sp>
      <p:sp>
        <p:nvSpPr>
          <p:cNvPr id="17" name="Rectangle 16"/>
          <p:cNvSpPr/>
          <p:nvPr/>
        </p:nvSpPr>
        <p:spPr>
          <a:xfrm>
            <a:off x="950976" y="2377440"/>
            <a:ext cx="2743200" cy="512064"/>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2423160"/>
            <a:ext cx="2560320" cy="457200"/>
          </a:xfrm>
          <a:prstGeom prst="rect">
            <a:avLst/>
          </a:prstGeom>
          <a:noFill/>
        </p:spPr>
        <p:txBody>
          <a:bodyPr wrap="square" anchor="t" lIns="0" rIns="0" tIns="0" bIns="0">
            <a:spAutoFit/>
          </a:bodyPr>
          <a:lstStyle/>
          <a:p>
            <a:pPr algn="l">
              <a:spcAft>
                <a:spcPts val="0"/>
              </a:spcAft>
            </a:pPr>
            <a:r>
              <a:rPr b="1" sz="1100">
                <a:solidFill>
                  <a:srgbClr val="434343"/>
                </a:solidFill>
                <a:latin typeface="Catamaran"/>
              </a:rPr>
              <a:t>Repetidos</a:t>
            </a:r>
          </a:p>
          <a:p>
            <a:pPr algn="l">
              <a:spcAft>
                <a:spcPts val="0"/>
              </a:spcAft>
            </a:pPr>
            <a:r>
              <a:rPr b="0" sz="1100">
                <a:solidFill>
                  <a:srgbClr val="434343"/>
                </a:solidFill>
                <a:latin typeface="Catamaran"/>
              </a:rPr>
              <a:t>mismo identificador: 0</a:t>
            </a:r>
          </a:p>
        </p:txBody>
      </p:sp>
      <p:sp>
        <p:nvSpPr>
          <p:cNvPr id="19" name="Rectangle 18"/>
          <p:cNvSpPr/>
          <p:nvPr/>
        </p:nvSpPr>
        <p:spPr>
          <a:xfrm>
            <a:off x="457200" y="2980944"/>
            <a:ext cx="457200" cy="512064"/>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980944"/>
            <a:ext cx="457200" cy="512064"/>
          </a:xfrm>
          <a:prstGeom prst="rect">
            <a:avLst/>
          </a:prstGeom>
          <a:noFill/>
        </p:spPr>
        <p:txBody>
          <a:bodyPr wrap="square" anchor="ctr" lIns="0" rIns="0" tIns="0" bIns="0">
            <a:spAutoFit/>
          </a:bodyPr>
          <a:lstStyle/>
          <a:p>
            <a:pPr algn="ctr">
              <a:spcAft>
                <a:spcPts val="600"/>
              </a:spcAft>
            </a:pPr>
            <a:r>
              <a:rPr b="1" sz="1800">
                <a:solidFill>
                  <a:srgbClr val="FFFFFF"/>
                </a:solidFill>
                <a:latin typeface="Livvic"/>
              </a:rPr>
              <a:t>5</a:t>
            </a:r>
          </a:p>
        </p:txBody>
      </p:sp>
      <p:sp>
        <p:nvSpPr>
          <p:cNvPr id="21" name="Rectangle 20"/>
          <p:cNvSpPr/>
          <p:nvPr/>
        </p:nvSpPr>
        <p:spPr>
          <a:xfrm>
            <a:off x="950976" y="2980944"/>
            <a:ext cx="2743200" cy="512064"/>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026664"/>
            <a:ext cx="2560320" cy="457200"/>
          </a:xfrm>
          <a:prstGeom prst="rect">
            <a:avLst/>
          </a:prstGeom>
          <a:noFill/>
        </p:spPr>
        <p:txBody>
          <a:bodyPr wrap="square" anchor="t" lIns="0" rIns="0" tIns="0" bIns="0">
            <a:spAutoFit/>
          </a:bodyPr>
          <a:lstStyle/>
          <a:p>
            <a:pPr algn="l">
              <a:spcAft>
                <a:spcPts val="0"/>
              </a:spcAft>
            </a:pPr>
            <a:r>
              <a:rPr b="1" sz="1100">
                <a:solidFill>
                  <a:srgbClr val="434343"/>
                </a:solidFill>
                <a:latin typeface="Catamaran"/>
              </a:rPr>
              <a:t>Energía</a:t>
            </a:r>
          </a:p>
          <a:p>
            <a:pPr algn="l">
              <a:spcAft>
                <a:spcPts val="0"/>
              </a:spcAft>
            </a:pPr>
            <a:r>
              <a:rPr b="0" sz="1100">
                <a:solidFill>
                  <a:srgbClr val="434343"/>
                </a:solidFill>
                <a:latin typeface="Catamaran"/>
              </a:rPr>
              <a:t>log E = 4,8 + 1,5 M</a:t>
            </a:r>
          </a:p>
        </p:txBody>
      </p:sp>
      <p:sp>
        <p:nvSpPr>
          <p:cNvPr id="23" name="Rectangle 22"/>
          <p:cNvSpPr/>
          <p:nvPr/>
        </p:nvSpPr>
        <p:spPr>
          <a:xfrm>
            <a:off x="4023360" y="566928"/>
            <a:ext cx="3749039" cy="105156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658368"/>
            <a:ext cx="347472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184.723 → 184.723</a:t>
            </a:r>
          </a:p>
        </p:txBody>
      </p:sp>
      <p:sp>
        <p:nvSpPr>
          <p:cNvPr id="25" name="TextBox 24"/>
          <p:cNvSpPr txBox="1"/>
          <p:nvPr/>
        </p:nvSpPr>
        <p:spPr>
          <a:xfrm>
            <a:off x="4160520" y="1188720"/>
            <a:ext cx="347472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filas antes y después: no se pierde ningún sismo</a:t>
            </a:r>
          </a:p>
        </p:txBody>
      </p:sp>
      <p:sp>
        <p:nvSpPr>
          <p:cNvPr id="26" name="TextBox 25"/>
          <p:cNvSpPr txBox="1"/>
          <p:nvPr/>
        </p:nvSpPr>
        <p:spPr>
          <a:xfrm>
            <a:off x="4023360" y="1783080"/>
            <a:ext cx="3749039" cy="2011680"/>
          </a:xfrm>
          <a:prstGeom prst="rect">
            <a:avLst/>
          </a:prstGeom>
          <a:noFill/>
        </p:spPr>
        <p:txBody>
          <a:bodyPr wrap="square" anchor="t" lIns="0" rIns="0" tIns="0" bIns="0">
            <a:spAutoFit/>
          </a:bodyPr>
          <a:lstStyle/>
          <a:p>
            <a:pPr algn="l">
              <a:spcAft>
                <a:spcPts val="700"/>
              </a:spcAft>
            </a:pPr>
            <a:r>
              <a:rPr b="1" sz="1250">
                <a:solidFill>
                  <a:srgbClr val="434343"/>
                </a:solidFill>
                <a:latin typeface="Catamaran"/>
              </a:rPr>
              <a:t>Fuentes: </a:t>
            </a:r>
            <a:r>
              <a:rPr b="0" sz="1250">
                <a:solidFill>
                  <a:srgbClr val="434343"/>
                </a:solidFill>
                <a:latin typeface="Catamaran"/>
              </a:rPr>
              <a:t>SGC, USGS, DANE y UNGRD, con fecha y filtros de descarga.</a:t>
            </a:r>
          </a:p>
          <a:p>
            <a:pPr algn="l">
              <a:spcAft>
                <a:spcPts val="700"/>
              </a:spcAft>
            </a:pPr>
            <a:r>
              <a:rPr b="1" sz="1250">
                <a:solidFill>
                  <a:srgbClr val="434343"/>
                </a:solidFill>
                <a:latin typeface="Catamaran"/>
              </a:rPr>
              <a:t>Faltantes: </a:t>
            </a:r>
            <a:r>
              <a:rPr b="0" sz="1250">
                <a:solidFill>
                  <a:srgbClr val="434343"/>
                </a:solidFill>
                <a:latin typeface="Catamaran"/>
              </a:rPr>
              <a:t>no se rellenan con ceros ni promedios. Un dato inventado falsea el conteo.</a:t>
            </a:r>
          </a:p>
          <a:p>
            <a:pPr algn="l">
              <a:spcAft>
                <a:spcPts val="700"/>
              </a:spcAft>
            </a:pPr>
            <a:r>
              <a:rPr b="1" sz="1250">
                <a:solidFill>
                  <a:srgbClr val="434343"/>
                </a:solidFill>
                <a:latin typeface="Catamaran"/>
              </a:rPr>
              <a:t>Columnas: </a:t>
            </a:r>
            <a:r>
              <a:rPr b="0" sz="1250">
                <a:solidFill>
                  <a:srgbClr val="434343"/>
                </a:solidFill>
                <a:latin typeface="Catamaran"/>
              </a:rPr>
              <a:t>de 19 usamos 6 (magnitud, profundidad, latitud, longitud, fecha y energía).</a:t>
            </a:r>
          </a:p>
          <a:p>
            <a:pPr algn="l">
              <a:spcAft>
                <a:spcPts val="700"/>
              </a:spcAft>
            </a:pPr>
            <a:r>
              <a:rPr b="1" sz="1250">
                <a:solidFill>
                  <a:srgbClr val="434343"/>
                </a:solidFill>
                <a:latin typeface="Catamaran"/>
              </a:rPr>
              <a:t>Normalización: </a:t>
            </a:r>
            <a:r>
              <a:rPr b="0" sz="1250">
                <a:solidFill>
                  <a:srgbClr val="434343"/>
                </a:solidFill>
                <a:latin typeface="Catamaran"/>
              </a:rPr>
              <a:t>se escala dentro del modelo que lo necesita, solo con datos de entrenamiento.</a:t>
            </a:r>
          </a:p>
        </p:txBody>
      </p:sp>
      <p:sp>
        <p:nvSpPr>
          <p:cNvPr id="27" name="TextBox 26"/>
          <p:cNvSpPr txBox="1"/>
          <p:nvPr/>
        </p:nvSpPr>
        <p:spPr>
          <a:xfrm>
            <a:off x="457200" y="3840480"/>
            <a:ext cx="7315200" cy="731520"/>
          </a:xfrm>
          <a:prstGeom prst="rect">
            <a:avLst/>
          </a:prstGeom>
          <a:noFill/>
        </p:spPr>
        <p:txBody>
          <a:bodyPr wrap="square" anchor="t" lIns="0" rIns="0" tIns="0" bIns="0">
            <a:spAutoFit/>
          </a:bodyPr>
          <a:lstStyle/>
          <a:p>
            <a:pPr algn="l">
              <a:spcAft>
                <a:spcPts val="600"/>
              </a:spcAft>
            </a:pPr>
            <a:r>
              <a:rPr b="1" sz="1250">
                <a:solidFill>
                  <a:srgbClr val="434343"/>
                </a:solidFill>
                <a:latin typeface="Catamaran"/>
              </a:rPr>
              <a:t>Todo queda registrado: </a:t>
            </a:r>
            <a:r>
              <a:rPr b="0" sz="1250">
                <a:solidFill>
                  <a:srgbClr val="434343"/>
                </a:solidFill>
                <a:latin typeface="Catamaran"/>
              </a:rPr>
              <a:t>un cuaderno por modelo imprime cada paso con sus tablas y gráficas.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DECISIÓN CLAVE</a:t>
            </a:r>
          </a:p>
        </p:txBody>
      </p:sp>
      <p:sp>
        <p:nvSpPr>
          <p:cNvPr id="3" name="TextBox 2"/>
          <p:cNvSpPr txBox="1"/>
          <p:nvPr/>
        </p:nvSpPr>
        <p:spPr>
          <a:xfrm>
            <a:off x="457200" y="411480"/>
            <a:ext cx="7315200" cy="548640"/>
          </a:xfrm>
          <a:prstGeom prst="rect">
            <a:avLst/>
          </a:prstGeom>
          <a:noFill/>
        </p:spPr>
        <p:txBody>
          <a:bodyPr wrap="square" anchor="t" lIns="0" rIns="0" tIns="0" bIns="0">
            <a:spAutoFit/>
          </a:bodyPr>
          <a:lstStyle/>
          <a:p>
            <a:pPr algn="l">
              <a:spcAft>
                <a:spcPts val="600"/>
              </a:spcAft>
            </a:pPr>
            <a:r>
              <a:rPr b="1" sz="1900">
                <a:solidFill>
                  <a:srgbClr val="434343"/>
                </a:solidFill>
                <a:latin typeface="Livvic"/>
              </a:rPr>
              <a:t>¿Por qué solo sismos de magnitud 2,5 o más, y solo desde 2010?</a:t>
            </a:r>
          </a:p>
        </p:txBody>
      </p:sp>
      <p:graphicFrame>
        <p:nvGraphicFramePr>
          <p:cNvPr id="4" name="Chart 3"/>
          <p:cNvGraphicFramePr>
            <a:graphicFrameLocks noGrp="1"/>
          </p:cNvGraphicFramePr>
          <p:nvPr/>
        </p:nvGraphicFramePr>
        <p:xfrm>
          <a:off x="365760" y="1005840"/>
          <a:ext cx="4114800" cy="2651760"/>
        </p:xfrm>
        <a:graphic>
          <a:graphicData uri="http://schemas.openxmlformats.org/drawingml/2006/chart">
            <c:chart xmlns:c="http://schemas.openxmlformats.org/drawingml/2006/chart" r:id="rId3"/>
          </a:graphicData>
        </a:graphic>
      </p:graphicFrame>
      <p:sp>
        <p:nvSpPr>
          <p:cNvPr id="5" name="TextBox 4"/>
          <p:cNvSpPr txBox="1"/>
          <p:nvPr/>
        </p:nvSpPr>
        <p:spPr>
          <a:xfrm>
            <a:off x="457200" y="3675887"/>
            <a:ext cx="4023360" cy="274320"/>
          </a:xfrm>
          <a:prstGeom prst="rect">
            <a:avLst/>
          </a:prstGeom>
          <a:noFill/>
        </p:spPr>
        <p:txBody>
          <a:bodyPr wrap="square" anchor="t" lIns="0" rIns="0" tIns="0" bIns="0">
            <a:spAutoFit/>
          </a:bodyPr>
          <a:lstStyle/>
          <a:p>
            <a:pPr algn="l">
              <a:spcAft>
                <a:spcPts val="600"/>
              </a:spcAft>
            </a:pPr>
            <a:r>
              <a:rPr b="0" sz="1000">
                <a:solidFill>
                  <a:srgbClr val="434343"/>
                </a:solidFill>
                <a:latin typeface="Catamaran"/>
              </a:rPr>
              <a:t>Sismos registrados por año en Santander (promedio)</a:t>
            </a:r>
          </a:p>
        </p:txBody>
      </p:sp>
      <p:sp>
        <p:nvSpPr>
          <p:cNvPr id="6" name="Rectangle 5"/>
          <p:cNvSpPr/>
          <p:nvPr/>
        </p:nvSpPr>
        <p:spPr>
          <a:xfrm>
            <a:off x="4663440" y="1051560"/>
            <a:ext cx="731520" cy="86868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097280"/>
            <a:ext cx="731520" cy="457200"/>
          </a:xfrm>
          <a:prstGeom prst="rect">
            <a:avLst/>
          </a:prstGeom>
          <a:noFill/>
        </p:spPr>
        <p:txBody>
          <a:bodyPr wrap="square" anchor="t" lIns="0" rIns="0" tIns="0" bIns="0">
            <a:spAutoFit/>
          </a:bodyPr>
          <a:lstStyle/>
          <a:p>
            <a:pPr algn="ctr">
              <a:spcAft>
                <a:spcPts val="600"/>
              </a:spcAft>
            </a:pPr>
            <a:r>
              <a:rPr b="1" sz="1500">
                <a:solidFill>
                  <a:srgbClr val="434343"/>
                </a:solidFill>
                <a:latin typeface="Livvic"/>
              </a:rPr>
              <a:t>+51 %</a:t>
            </a:r>
          </a:p>
        </p:txBody>
      </p:sp>
      <p:sp>
        <p:nvSpPr>
          <p:cNvPr id="8" name="TextBox 7"/>
          <p:cNvSpPr txBox="1"/>
          <p:nvPr/>
        </p:nvSpPr>
        <p:spPr>
          <a:xfrm>
            <a:off x="4663440" y="1554480"/>
            <a:ext cx="731520" cy="274320"/>
          </a:xfrm>
          <a:prstGeom prst="rect">
            <a:avLst/>
          </a:prstGeom>
          <a:noFill/>
        </p:spPr>
        <p:txBody>
          <a:bodyPr wrap="square" anchor="t" lIns="0" rIns="0" tIns="0" bIns="0">
            <a:spAutoFit/>
          </a:bodyPr>
          <a:lstStyle/>
          <a:p>
            <a:pPr algn="ctr">
              <a:spcAft>
                <a:spcPts val="600"/>
              </a:spcAft>
            </a:pPr>
            <a:r>
              <a:rPr b="0" sz="1000">
                <a:solidFill>
                  <a:srgbClr val="434343"/>
                </a:solidFill>
                <a:latin typeface="Catamaran"/>
              </a:rPr>
              <a:t>todos</a:t>
            </a:r>
          </a:p>
        </p:txBody>
      </p:sp>
      <p:sp>
        <p:nvSpPr>
          <p:cNvPr id="9" name="Rectangle 8"/>
          <p:cNvSpPr/>
          <p:nvPr/>
        </p:nvSpPr>
        <p:spPr>
          <a:xfrm>
            <a:off x="5449824" y="1051560"/>
            <a:ext cx="731520" cy="86868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49824" y="1097280"/>
            <a:ext cx="731520" cy="457200"/>
          </a:xfrm>
          <a:prstGeom prst="rect">
            <a:avLst/>
          </a:prstGeom>
          <a:noFill/>
        </p:spPr>
        <p:txBody>
          <a:bodyPr wrap="square" anchor="t" lIns="0" rIns="0" tIns="0" bIns="0">
            <a:spAutoFit/>
          </a:bodyPr>
          <a:lstStyle/>
          <a:p>
            <a:pPr algn="ctr">
              <a:spcAft>
                <a:spcPts val="600"/>
              </a:spcAft>
            </a:pPr>
            <a:r>
              <a:rPr b="1" sz="1500">
                <a:solidFill>
                  <a:srgbClr val="434343"/>
                </a:solidFill>
                <a:latin typeface="Livvic"/>
              </a:rPr>
              <a:t>+54 %</a:t>
            </a:r>
          </a:p>
        </p:txBody>
      </p:sp>
      <p:sp>
        <p:nvSpPr>
          <p:cNvPr id="11" name="TextBox 10"/>
          <p:cNvSpPr txBox="1"/>
          <p:nvPr/>
        </p:nvSpPr>
        <p:spPr>
          <a:xfrm>
            <a:off x="5449824" y="1554480"/>
            <a:ext cx="731520" cy="274320"/>
          </a:xfrm>
          <a:prstGeom prst="rect">
            <a:avLst/>
          </a:prstGeom>
          <a:noFill/>
        </p:spPr>
        <p:txBody>
          <a:bodyPr wrap="square" anchor="t" lIns="0" rIns="0" tIns="0" bIns="0">
            <a:spAutoFit/>
          </a:bodyPr>
          <a:lstStyle/>
          <a:p>
            <a:pPr algn="ctr">
              <a:spcAft>
                <a:spcPts val="600"/>
              </a:spcAft>
            </a:pPr>
            <a:r>
              <a:rPr b="0" sz="1000">
                <a:solidFill>
                  <a:srgbClr val="434343"/>
                </a:solidFill>
                <a:latin typeface="Catamaran"/>
              </a:rPr>
              <a:t>M ≥ 2,0</a:t>
            </a:r>
          </a:p>
        </p:txBody>
      </p:sp>
      <p:sp>
        <p:nvSpPr>
          <p:cNvPr id="12" name="Rectangle 11"/>
          <p:cNvSpPr/>
          <p:nvPr/>
        </p:nvSpPr>
        <p:spPr>
          <a:xfrm>
            <a:off x="6236207" y="1051560"/>
            <a:ext cx="731520" cy="86868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7" y="1097280"/>
            <a:ext cx="731520" cy="457200"/>
          </a:xfrm>
          <a:prstGeom prst="rect">
            <a:avLst/>
          </a:prstGeom>
          <a:noFill/>
        </p:spPr>
        <p:txBody>
          <a:bodyPr wrap="square" anchor="t" lIns="0" rIns="0" tIns="0" bIns="0">
            <a:spAutoFit/>
          </a:bodyPr>
          <a:lstStyle/>
          <a:p>
            <a:pPr algn="ctr">
              <a:spcAft>
                <a:spcPts val="600"/>
              </a:spcAft>
            </a:pPr>
            <a:r>
              <a:rPr b="1" sz="1500">
                <a:solidFill>
                  <a:srgbClr val="FFFFFF"/>
                </a:solidFill>
                <a:latin typeface="Livvic"/>
              </a:rPr>
              <a:t>+10 %</a:t>
            </a:r>
          </a:p>
        </p:txBody>
      </p:sp>
      <p:sp>
        <p:nvSpPr>
          <p:cNvPr id="14" name="TextBox 13"/>
          <p:cNvSpPr txBox="1"/>
          <p:nvPr/>
        </p:nvSpPr>
        <p:spPr>
          <a:xfrm>
            <a:off x="6236207" y="1554480"/>
            <a:ext cx="731520" cy="274320"/>
          </a:xfrm>
          <a:prstGeom prst="rect">
            <a:avLst/>
          </a:prstGeom>
          <a:noFill/>
        </p:spPr>
        <p:txBody>
          <a:bodyPr wrap="square" anchor="t" lIns="0" rIns="0" tIns="0" bIns="0">
            <a:spAutoFit/>
          </a:bodyPr>
          <a:lstStyle/>
          <a:p>
            <a:pPr algn="ctr">
              <a:spcAft>
                <a:spcPts val="600"/>
              </a:spcAft>
            </a:pPr>
            <a:r>
              <a:rPr b="0" sz="1000">
                <a:solidFill>
                  <a:srgbClr val="FFFFFF"/>
                </a:solidFill>
                <a:latin typeface="Catamaran"/>
              </a:rPr>
              <a:t>M ≥ 2,5</a:t>
            </a:r>
          </a:p>
        </p:txBody>
      </p:sp>
      <p:sp>
        <p:nvSpPr>
          <p:cNvPr id="15" name="Rectangle 14"/>
          <p:cNvSpPr/>
          <p:nvPr/>
        </p:nvSpPr>
        <p:spPr>
          <a:xfrm>
            <a:off x="7022592" y="1051560"/>
            <a:ext cx="731520" cy="86868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22592" y="1097280"/>
            <a:ext cx="731520" cy="457200"/>
          </a:xfrm>
          <a:prstGeom prst="rect">
            <a:avLst/>
          </a:prstGeom>
          <a:noFill/>
        </p:spPr>
        <p:txBody>
          <a:bodyPr wrap="square" anchor="t" lIns="0" rIns="0" tIns="0" bIns="0">
            <a:spAutoFit/>
          </a:bodyPr>
          <a:lstStyle/>
          <a:p>
            <a:pPr algn="ctr">
              <a:spcAft>
                <a:spcPts val="600"/>
              </a:spcAft>
            </a:pPr>
            <a:r>
              <a:rPr b="1" sz="1500">
                <a:solidFill>
                  <a:srgbClr val="434343"/>
                </a:solidFill>
                <a:latin typeface="Livvic"/>
              </a:rPr>
              <a:t>−22 %</a:t>
            </a:r>
          </a:p>
        </p:txBody>
      </p:sp>
      <p:sp>
        <p:nvSpPr>
          <p:cNvPr id="17" name="TextBox 16"/>
          <p:cNvSpPr txBox="1"/>
          <p:nvPr/>
        </p:nvSpPr>
        <p:spPr>
          <a:xfrm>
            <a:off x="7022592" y="1554480"/>
            <a:ext cx="731520" cy="274320"/>
          </a:xfrm>
          <a:prstGeom prst="rect">
            <a:avLst/>
          </a:prstGeom>
          <a:noFill/>
        </p:spPr>
        <p:txBody>
          <a:bodyPr wrap="square" anchor="t" lIns="0" rIns="0" tIns="0" bIns="0">
            <a:spAutoFit/>
          </a:bodyPr>
          <a:lstStyle/>
          <a:p>
            <a:pPr algn="ctr">
              <a:spcAft>
                <a:spcPts val="600"/>
              </a:spcAft>
            </a:pPr>
            <a:r>
              <a:rPr b="0" sz="1000">
                <a:solidFill>
                  <a:srgbClr val="434343"/>
                </a:solidFill>
                <a:latin typeface="Catamaran"/>
              </a:rPr>
              <a:t>M ≥ 3,0</a:t>
            </a:r>
          </a:p>
        </p:txBody>
      </p:sp>
      <p:sp>
        <p:nvSpPr>
          <p:cNvPr id="18" name="TextBox 17"/>
          <p:cNvSpPr txBox="1"/>
          <p:nvPr/>
        </p:nvSpPr>
        <p:spPr>
          <a:xfrm>
            <a:off x="4663440" y="2057400"/>
            <a:ext cx="3108960" cy="2377440"/>
          </a:xfrm>
          <a:prstGeom prst="rect">
            <a:avLst/>
          </a:prstGeom>
          <a:noFill/>
        </p:spPr>
        <p:txBody>
          <a:bodyPr wrap="square" anchor="t" lIns="0" rIns="0" tIns="0" bIns="0">
            <a:spAutoFit/>
          </a:bodyPr>
          <a:lstStyle/>
          <a:p>
            <a:pPr algn="l">
              <a:spcAft>
                <a:spcPts val="700"/>
              </a:spcAft>
            </a:pPr>
            <a:r>
              <a:rPr b="1" sz="1200">
                <a:solidFill>
                  <a:srgbClr val="434343"/>
                </a:solidFill>
                <a:latin typeface="Catamaran"/>
              </a:rPr>
              <a:t>Magnitud 2,5: </a:t>
            </a:r>
            <a:r>
              <a:rPr b="0" sz="1200">
                <a:solidFill>
                  <a:srgbClr val="434343"/>
                </a:solidFill>
                <a:latin typeface="Catamaran"/>
              </a:rPr>
              <a:t>el crecimiento del 51 % no es del nido, es de la red, que detecta sismos cada vez más pequeños. Con 2,5 el conteo casi no cambia.</a:t>
            </a:r>
          </a:p>
          <a:p>
            <a:pPr algn="l">
              <a:spcAft>
                <a:spcPts val="700"/>
              </a:spcAft>
            </a:pPr>
            <a:r>
              <a:rPr b="1" sz="1200">
                <a:solidFill>
                  <a:srgbClr val="434343"/>
                </a:solidFill>
                <a:latin typeface="Catamaran"/>
              </a:rPr>
              <a:t>Desde 2010: </a:t>
            </a:r>
            <a:r>
              <a:rPr b="0" sz="1200">
                <a:solidFill>
                  <a:srgbClr val="434343"/>
                </a:solidFill>
                <a:latin typeface="Catamaran"/>
              </a:rPr>
              <a:t>antes era otra red. La magnitud más frecuente era 2,2; hoy es 1,6.</a:t>
            </a:r>
          </a:p>
          <a:p>
            <a:pPr algn="l">
              <a:spcAft>
                <a:spcPts val="700"/>
              </a:spcAft>
            </a:pPr>
            <a:r>
              <a:rPr b="1" sz="1200">
                <a:solidFill>
                  <a:srgbClr val="434343"/>
                </a:solidFill>
                <a:latin typeface="Catamaran"/>
              </a:rPr>
              <a:t>El costo: </a:t>
            </a:r>
            <a:r>
              <a:rPr b="0" sz="1200">
                <a:solidFill>
                  <a:srgbClr val="434343"/>
                </a:solidFill>
                <a:latin typeface="Catamaran"/>
              </a:rPr>
              <a:t>usamos el 8 % del catálogo, a propósito.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HALLAZGO</a:t>
            </a:r>
          </a:p>
        </p:txBody>
      </p:sp>
      <p:sp>
        <p:nvSpPr>
          <p:cNvPr id="3" name="Rectangle 2"/>
          <p:cNvSpPr/>
          <p:nvPr/>
        </p:nvSpPr>
        <p:spPr>
          <a:xfrm>
            <a:off x="457200" y="548640"/>
            <a:ext cx="2743200" cy="114300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246888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1 de cada 8</a:t>
            </a:r>
          </a:p>
        </p:txBody>
      </p:sp>
      <p:sp>
        <p:nvSpPr>
          <p:cNvPr id="5" name="TextBox 4"/>
          <p:cNvSpPr txBox="1"/>
          <p:nvPr/>
        </p:nvSpPr>
        <p:spPr>
          <a:xfrm>
            <a:off x="594360" y="1261872"/>
            <a:ext cx="246888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sismos de la zona estaba asignado a otro municipio</a:t>
            </a:r>
          </a:p>
        </p:txBody>
      </p:sp>
      <p:sp>
        <p:nvSpPr>
          <p:cNvPr id="6" name="Rectangle 5"/>
          <p:cNvSpPr/>
          <p:nvPr/>
        </p:nvSpPr>
        <p:spPr>
          <a:xfrm>
            <a:off x="457200" y="1810512"/>
            <a:ext cx="2743200" cy="100584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01952"/>
            <a:ext cx="246888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1.777</a:t>
            </a:r>
          </a:p>
        </p:txBody>
      </p:sp>
      <p:sp>
        <p:nvSpPr>
          <p:cNvPr id="8" name="TextBox 7"/>
          <p:cNvSpPr txBox="1"/>
          <p:nvPr/>
        </p:nvSpPr>
        <p:spPr>
          <a:xfrm>
            <a:off x="594360" y="2386584"/>
            <a:ext cx="246888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sismos que faltaban (12,9 %)</a:t>
            </a:r>
          </a:p>
        </p:txBody>
      </p:sp>
      <p:graphicFrame>
        <p:nvGraphicFramePr>
          <p:cNvPr id="9" name="Chart 8"/>
          <p:cNvGraphicFramePr>
            <a:graphicFrameLocks noGrp="1"/>
          </p:cNvGraphicFramePr>
          <p:nvPr/>
        </p:nvGraphicFramePr>
        <p:xfrm>
          <a:off x="3383280" y="457200"/>
          <a:ext cx="4389120" cy="2468880"/>
        </p:xfrm>
        <a:graphic>
          <a:graphicData uri="http://schemas.openxmlformats.org/drawingml/2006/chart">
            <c:chart xmlns:c="http://schemas.openxmlformats.org/drawingml/2006/chart" r:id="rId3"/>
          </a:graphicData>
        </a:graphic>
      </p:graphicFrame>
      <p:sp>
        <p:nvSpPr>
          <p:cNvPr id="10" name="TextBox 9"/>
          <p:cNvSpPr txBox="1"/>
          <p:nvPr/>
        </p:nvSpPr>
        <p:spPr>
          <a:xfrm>
            <a:off x="3474720" y="2880360"/>
            <a:ext cx="4297680" cy="274320"/>
          </a:xfrm>
          <a:prstGeom prst="rect">
            <a:avLst/>
          </a:prstGeom>
          <a:noFill/>
        </p:spPr>
        <p:txBody>
          <a:bodyPr wrap="square" anchor="t" lIns="0" rIns="0" tIns="0" bIns="0">
            <a:spAutoFit/>
          </a:bodyPr>
          <a:lstStyle/>
          <a:p>
            <a:pPr algn="l">
              <a:spcAft>
                <a:spcPts val="600"/>
              </a:spcAft>
            </a:pPr>
            <a:r>
              <a:rPr b="0" sz="1000">
                <a:solidFill>
                  <a:srgbClr val="434343"/>
                </a:solidFill>
                <a:latin typeface="Catamaran"/>
              </a:rPr>
              <a:t>Municipio que el SGC asigna a los sismos que caen en nuestra zona</a:t>
            </a:r>
          </a:p>
        </p:txBody>
      </p:sp>
      <p:sp>
        <p:nvSpPr>
          <p:cNvPr id="11" name="TextBox 10"/>
          <p:cNvSpPr txBox="1"/>
          <p:nvPr/>
        </p:nvSpPr>
        <p:spPr>
          <a:xfrm>
            <a:off x="457200" y="3200400"/>
            <a:ext cx="7315200" cy="1463040"/>
          </a:xfrm>
          <a:prstGeom prst="rect">
            <a:avLst/>
          </a:prstGeom>
          <a:noFill/>
        </p:spPr>
        <p:txBody>
          <a:bodyPr wrap="square" anchor="t" lIns="0" rIns="0" tIns="0" bIns="0">
            <a:spAutoFit/>
          </a:bodyPr>
          <a:lstStyle/>
          <a:p>
            <a:pPr algn="l">
              <a:spcAft>
                <a:spcPts val="600"/>
              </a:spcAft>
            </a:pPr>
            <a:r>
              <a:rPr b="1" sz="1250">
                <a:solidFill>
                  <a:srgbClr val="434343"/>
                </a:solidFill>
                <a:latin typeface="Catamaran"/>
              </a:rPr>
              <a:t>Qué pasaba: </a:t>
            </a:r>
            <a:r>
              <a:rPr b="0" sz="1250">
                <a:solidFill>
                  <a:srgbClr val="434343"/>
                </a:solidFill>
                <a:latin typeface="Catamaran"/>
              </a:rPr>
              <a:t>filtramos por municipio «Los Santos», pero el nido se extiende bajo los vecinos.</a:t>
            </a:r>
          </a:p>
          <a:p>
            <a:pPr algn="l">
              <a:spcAft>
                <a:spcPts val="600"/>
              </a:spcAft>
            </a:pPr>
            <a:r>
              <a:rPr b="1" sz="1250">
                <a:solidFill>
                  <a:srgbClr val="434343"/>
                </a:solidFill>
                <a:latin typeface="Catamaran"/>
              </a:rPr>
              <a:t>Qué corregimos: </a:t>
            </a:r>
            <a:r>
              <a:rPr b="0" sz="1250">
                <a:solidFill>
                  <a:srgbClr val="434343"/>
                </a:solidFill>
                <a:latin typeface="Catamaran"/>
              </a:rPr>
              <a:t>cada sismo se ubica por sus coordenadas. 14 celdas que parecían vacías ahora tienen modelo, y 25 etiquetas de prueba dejaron de estar mal.</a:t>
            </a:r>
          </a:p>
          <a:p>
            <a:pPr algn="l">
              <a:spcAft>
                <a:spcPts val="600"/>
              </a:spcAft>
            </a:pPr>
            <a:r>
              <a:rPr b="1" sz="1250">
                <a:solidFill>
                  <a:srgbClr val="434343"/>
                </a:solidFill>
                <a:latin typeface="Catamaran"/>
              </a:rPr>
              <a:t>Seguimos en Los Santos: </a:t>
            </a:r>
            <a:r>
              <a:rPr b="0" sz="1250">
                <a:solidFill>
                  <a:srgbClr val="434343"/>
                </a:solidFill>
                <a:latin typeface="Catamaran"/>
              </a:rPr>
              <a:t>se entrena con el catálogo de Santander, se predice la zona elegida.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MODELO</a:t>
            </a:r>
          </a:p>
        </p:txBody>
      </p:sp>
      <p:sp>
        <p:nvSpPr>
          <p:cNvPr id="3" name="Rectangle 2"/>
          <p:cNvSpPr/>
          <p:nvPr/>
        </p:nvSpPr>
        <p:spPr>
          <a:xfrm>
            <a:off x="411480" y="548640"/>
            <a:ext cx="1280160" cy="96012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21792"/>
            <a:ext cx="1097280"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Catálogo</a:t>
            </a:r>
          </a:p>
        </p:txBody>
      </p:sp>
      <p:sp>
        <p:nvSpPr>
          <p:cNvPr id="5" name="TextBox 4"/>
          <p:cNvSpPr txBox="1"/>
          <p:nvPr/>
        </p:nvSpPr>
        <p:spPr>
          <a:xfrm>
            <a:off x="502920" y="914400"/>
            <a:ext cx="1097280" cy="54864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homogéneo</a:t>
            </a:r>
          </a:p>
          <a:p>
            <a:pPr algn="ctr">
              <a:spcAft>
                <a:spcPts val="100"/>
              </a:spcAft>
            </a:pPr>
            <a:r>
              <a:rPr b="0" sz="1050">
                <a:solidFill>
                  <a:srgbClr val="434343"/>
                </a:solidFill>
                <a:latin typeface="Catamaran"/>
              </a:rPr>
              <a:t>M≥2,5 · 2010+</a:t>
            </a:r>
          </a:p>
        </p:txBody>
      </p:sp>
      <p:sp>
        <p:nvSpPr>
          <p:cNvPr id="6" name="Rectangle 5"/>
          <p:cNvSpPr/>
          <p:nvPr/>
        </p:nvSpPr>
        <p:spPr>
          <a:xfrm>
            <a:off x="1929384" y="548640"/>
            <a:ext cx="1280160" cy="96012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20824" y="621792"/>
            <a:ext cx="1097280"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Casos</a:t>
            </a:r>
          </a:p>
        </p:txBody>
      </p:sp>
      <p:sp>
        <p:nvSpPr>
          <p:cNvPr id="8" name="TextBox 7"/>
          <p:cNvSpPr txBox="1"/>
          <p:nvPr/>
        </p:nvSpPr>
        <p:spPr>
          <a:xfrm>
            <a:off x="2020824" y="914400"/>
            <a:ext cx="1097280" cy="54864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celda × trimestre</a:t>
            </a:r>
          </a:p>
          <a:p>
            <a:pPr algn="ctr">
              <a:spcAft>
                <a:spcPts val="100"/>
              </a:spcAft>
            </a:pPr>
            <a:r>
              <a:rPr b="0" sz="1050">
                <a:solidFill>
                  <a:srgbClr val="434343"/>
                </a:solidFill>
                <a:latin typeface="Catamaran"/>
              </a:rPr>
              <a:t>1.890 casos</a:t>
            </a:r>
          </a:p>
        </p:txBody>
      </p:sp>
      <p:sp>
        <p:nvSpPr>
          <p:cNvPr id="9" name="Right Arrow 8"/>
          <p:cNvSpPr/>
          <p:nvPr/>
        </p:nvSpPr>
        <p:spPr>
          <a:xfrm>
            <a:off x="1664207" y="9144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47288" y="548640"/>
            <a:ext cx="1280160" cy="96012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621792"/>
            <a:ext cx="1097280"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15 variables</a:t>
            </a:r>
          </a:p>
        </p:txBody>
      </p:sp>
      <p:sp>
        <p:nvSpPr>
          <p:cNvPr id="12" name="TextBox 11"/>
          <p:cNvSpPr txBox="1"/>
          <p:nvPr/>
        </p:nvSpPr>
        <p:spPr>
          <a:xfrm>
            <a:off x="3538728" y="914400"/>
            <a:ext cx="1097280" cy="54864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actividad, vecinas,</a:t>
            </a:r>
          </a:p>
          <a:p>
            <a:pPr algn="ctr">
              <a:spcAft>
                <a:spcPts val="100"/>
              </a:spcAft>
            </a:pPr>
            <a:r>
              <a:rPr b="0" sz="1050">
                <a:solidFill>
                  <a:srgbClr val="434343"/>
                </a:solidFill>
                <a:latin typeface="Catamaran"/>
              </a:rPr>
              <a:t>energía, distancia</a:t>
            </a:r>
          </a:p>
        </p:txBody>
      </p:sp>
      <p:sp>
        <p:nvSpPr>
          <p:cNvPr id="13" name="Right Arrow 12"/>
          <p:cNvSpPr/>
          <p:nvPr/>
        </p:nvSpPr>
        <p:spPr>
          <a:xfrm>
            <a:off x="3182112" y="9144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965192" y="548640"/>
            <a:ext cx="1280160" cy="96012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1" y="621792"/>
            <a:ext cx="1097280"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Etiqueta</a:t>
            </a:r>
          </a:p>
        </p:txBody>
      </p:sp>
      <p:sp>
        <p:nvSpPr>
          <p:cNvPr id="16" name="TextBox 15"/>
          <p:cNvSpPr txBox="1"/>
          <p:nvPr/>
        </p:nvSpPr>
        <p:spPr>
          <a:xfrm>
            <a:off x="5056631" y="914400"/>
            <a:ext cx="1097280" cy="54864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sismos del trimestre</a:t>
            </a:r>
          </a:p>
          <a:p>
            <a:pPr algn="ctr">
              <a:spcAft>
                <a:spcPts val="100"/>
              </a:spcAft>
            </a:pPr>
            <a:r>
              <a:rPr b="0" sz="1050">
                <a:solidFill>
                  <a:srgbClr val="434343"/>
                </a:solidFill>
                <a:latin typeface="Catamaran"/>
              </a:rPr>
              <a:t>siguiente</a:t>
            </a:r>
          </a:p>
        </p:txBody>
      </p:sp>
      <p:sp>
        <p:nvSpPr>
          <p:cNvPr id="17" name="Right Arrow 16"/>
          <p:cNvSpPr/>
          <p:nvPr/>
        </p:nvSpPr>
        <p:spPr>
          <a:xfrm>
            <a:off x="4700016" y="9144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83096" y="548640"/>
            <a:ext cx="1280160" cy="96012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621792"/>
            <a:ext cx="1097280" cy="274320"/>
          </a:xfrm>
          <a:prstGeom prst="rect">
            <a:avLst/>
          </a:prstGeom>
          <a:noFill/>
        </p:spPr>
        <p:txBody>
          <a:bodyPr wrap="square" anchor="t" lIns="0" rIns="0" tIns="0" bIns="0">
            <a:spAutoFit/>
          </a:bodyPr>
          <a:lstStyle/>
          <a:p>
            <a:pPr algn="ctr">
              <a:spcAft>
                <a:spcPts val="600"/>
              </a:spcAft>
            </a:pPr>
            <a:r>
              <a:rPr b="1" sz="1200">
                <a:solidFill>
                  <a:srgbClr val="FFFFFF"/>
                </a:solidFill>
                <a:latin typeface="Livvic"/>
              </a:rPr>
              <a:t>Modelos</a:t>
            </a:r>
          </a:p>
        </p:txBody>
      </p:sp>
      <p:sp>
        <p:nvSpPr>
          <p:cNvPr id="20" name="TextBox 19"/>
          <p:cNvSpPr txBox="1"/>
          <p:nvPr/>
        </p:nvSpPr>
        <p:spPr>
          <a:xfrm>
            <a:off x="6574536" y="914400"/>
            <a:ext cx="1097280" cy="548640"/>
          </a:xfrm>
          <a:prstGeom prst="rect">
            <a:avLst/>
          </a:prstGeom>
          <a:noFill/>
        </p:spPr>
        <p:txBody>
          <a:bodyPr wrap="square" anchor="t" lIns="0" rIns="0" tIns="0" bIns="0">
            <a:spAutoFit/>
          </a:bodyPr>
          <a:lstStyle/>
          <a:p>
            <a:pPr algn="ctr">
              <a:spcAft>
                <a:spcPts val="100"/>
              </a:spcAft>
            </a:pPr>
            <a:r>
              <a:rPr b="0" sz="1050">
                <a:solidFill>
                  <a:srgbClr val="FFFFFF"/>
                </a:solidFill>
                <a:latin typeface="Catamaran"/>
              </a:rPr>
              <a:t>Random Forest y</a:t>
            </a:r>
          </a:p>
          <a:p>
            <a:pPr algn="ctr">
              <a:spcAft>
                <a:spcPts val="100"/>
              </a:spcAft>
            </a:pPr>
            <a:r>
              <a:rPr b="0" sz="1050">
                <a:solidFill>
                  <a:srgbClr val="FFFFFF"/>
                </a:solidFill>
                <a:latin typeface="Catamaran"/>
              </a:rPr>
              <a:t>Reg. Logística</a:t>
            </a:r>
          </a:p>
        </p:txBody>
      </p:sp>
      <p:sp>
        <p:nvSpPr>
          <p:cNvPr id="21" name="Right Arrow 20"/>
          <p:cNvSpPr/>
          <p:nvPr/>
        </p:nvSpPr>
        <p:spPr>
          <a:xfrm>
            <a:off x="6217920" y="9144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1783080"/>
            <a:ext cx="1115568" cy="77724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828800"/>
            <a:ext cx="1115568" cy="365760"/>
          </a:xfrm>
          <a:prstGeom prst="rect">
            <a:avLst/>
          </a:prstGeom>
          <a:noFill/>
        </p:spPr>
        <p:txBody>
          <a:bodyPr wrap="square" anchor="t" lIns="0" rIns="0" tIns="0" bIns="0">
            <a:spAutoFit/>
          </a:bodyPr>
          <a:lstStyle/>
          <a:p>
            <a:pPr algn="ctr">
              <a:spcAft>
                <a:spcPts val="600"/>
              </a:spcAft>
            </a:pPr>
            <a:r>
              <a:rPr b="1" sz="1400">
                <a:solidFill>
                  <a:srgbClr val="434343"/>
                </a:solidFill>
                <a:latin typeface="Livvic"/>
              </a:rPr>
              <a:t>BAJO</a:t>
            </a:r>
          </a:p>
        </p:txBody>
      </p:sp>
      <p:sp>
        <p:nvSpPr>
          <p:cNvPr id="24" name="TextBox 23"/>
          <p:cNvSpPr txBox="1"/>
          <p:nvPr/>
        </p:nvSpPr>
        <p:spPr>
          <a:xfrm>
            <a:off x="411480" y="2194560"/>
            <a:ext cx="1115568" cy="274320"/>
          </a:xfrm>
          <a:prstGeom prst="rect">
            <a:avLst/>
          </a:prstGeom>
          <a:noFill/>
        </p:spPr>
        <p:txBody>
          <a:bodyPr wrap="square" anchor="t" lIns="0" rIns="0" tIns="0" bIns="0">
            <a:spAutoFit/>
          </a:bodyPr>
          <a:lstStyle/>
          <a:p>
            <a:pPr algn="ctr">
              <a:spcAft>
                <a:spcPts val="600"/>
              </a:spcAft>
            </a:pPr>
            <a:r>
              <a:rPr b="0" sz="1050">
                <a:solidFill>
                  <a:srgbClr val="434343"/>
                </a:solidFill>
                <a:latin typeface="Catamaran"/>
              </a:rPr>
              <a:t>ningún sismo</a:t>
            </a:r>
          </a:p>
        </p:txBody>
      </p:sp>
      <p:sp>
        <p:nvSpPr>
          <p:cNvPr id="25" name="Rectangle 24"/>
          <p:cNvSpPr/>
          <p:nvPr/>
        </p:nvSpPr>
        <p:spPr>
          <a:xfrm>
            <a:off x="1600200" y="1783080"/>
            <a:ext cx="1115568" cy="77724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00200" y="1828800"/>
            <a:ext cx="1115568" cy="365760"/>
          </a:xfrm>
          <a:prstGeom prst="rect">
            <a:avLst/>
          </a:prstGeom>
          <a:noFill/>
        </p:spPr>
        <p:txBody>
          <a:bodyPr wrap="square" anchor="t" lIns="0" rIns="0" tIns="0" bIns="0">
            <a:spAutoFit/>
          </a:bodyPr>
          <a:lstStyle/>
          <a:p>
            <a:pPr algn="ctr">
              <a:spcAft>
                <a:spcPts val="600"/>
              </a:spcAft>
            </a:pPr>
            <a:r>
              <a:rPr b="1" sz="1400">
                <a:solidFill>
                  <a:srgbClr val="434343"/>
                </a:solidFill>
                <a:latin typeface="Livvic"/>
              </a:rPr>
              <a:t>MEDIO</a:t>
            </a:r>
          </a:p>
        </p:txBody>
      </p:sp>
      <p:sp>
        <p:nvSpPr>
          <p:cNvPr id="27" name="TextBox 26"/>
          <p:cNvSpPr txBox="1"/>
          <p:nvPr/>
        </p:nvSpPr>
        <p:spPr>
          <a:xfrm>
            <a:off x="1600200" y="2194560"/>
            <a:ext cx="1115568" cy="274320"/>
          </a:xfrm>
          <a:prstGeom prst="rect">
            <a:avLst/>
          </a:prstGeom>
          <a:noFill/>
        </p:spPr>
        <p:txBody>
          <a:bodyPr wrap="square" anchor="t" lIns="0" rIns="0" tIns="0" bIns="0">
            <a:spAutoFit/>
          </a:bodyPr>
          <a:lstStyle/>
          <a:p>
            <a:pPr algn="ctr">
              <a:spcAft>
                <a:spcPts val="600"/>
              </a:spcAft>
            </a:pPr>
            <a:r>
              <a:rPr b="0" sz="1050">
                <a:solidFill>
                  <a:srgbClr val="434343"/>
                </a:solidFill>
                <a:latin typeface="Catamaran"/>
              </a:rPr>
              <a:t>de 1 a 3 sismos</a:t>
            </a:r>
          </a:p>
        </p:txBody>
      </p:sp>
      <p:sp>
        <p:nvSpPr>
          <p:cNvPr id="28" name="Rectangle 27"/>
          <p:cNvSpPr/>
          <p:nvPr/>
        </p:nvSpPr>
        <p:spPr>
          <a:xfrm>
            <a:off x="2788920" y="1783080"/>
            <a:ext cx="1115568" cy="77724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88920" y="1828800"/>
            <a:ext cx="1115568" cy="365760"/>
          </a:xfrm>
          <a:prstGeom prst="rect">
            <a:avLst/>
          </a:prstGeom>
          <a:noFill/>
        </p:spPr>
        <p:txBody>
          <a:bodyPr wrap="square" anchor="t" lIns="0" rIns="0" tIns="0" bIns="0">
            <a:spAutoFit/>
          </a:bodyPr>
          <a:lstStyle/>
          <a:p>
            <a:pPr algn="ctr">
              <a:spcAft>
                <a:spcPts val="600"/>
              </a:spcAft>
            </a:pPr>
            <a:r>
              <a:rPr b="1" sz="1400">
                <a:solidFill>
                  <a:srgbClr val="FFFFFF"/>
                </a:solidFill>
                <a:latin typeface="Livvic"/>
              </a:rPr>
              <a:t>ALTO</a:t>
            </a:r>
          </a:p>
        </p:txBody>
      </p:sp>
      <p:sp>
        <p:nvSpPr>
          <p:cNvPr id="30" name="TextBox 29"/>
          <p:cNvSpPr txBox="1"/>
          <p:nvPr/>
        </p:nvSpPr>
        <p:spPr>
          <a:xfrm>
            <a:off x="2788920" y="2194560"/>
            <a:ext cx="1115568" cy="274320"/>
          </a:xfrm>
          <a:prstGeom prst="rect">
            <a:avLst/>
          </a:prstGeom>
          <a:noFill/>
        </p:spPr>
        <p:txBody>
          <a:bodyPr wrap="square" anchor="t" lIns="0" rIns="0" tIns="0" bIns="0">
            <a:spAutoFit/>
          </a:bodyPr>
          <a:lstStyle/>
          <a:p>
            <a:pPr algn="ctr">
              <a:spcAft>
                <a:spcPts val="600"/>
              </a:spcAft>
            </a:pPr>
            <a:r>
              <a:rPr b="0" sz="1050">
                <a:solidFill>
                  <a:srgbClr val="FFFFFF"/>
                </a:solidFill>
                <a:latin typeface="Catamaran"/>
              </a:rPr>
              <a:t>más de 3 sismos</a:t>
            </a:r>
          </a:p>
        </p:txBody>
      </p:sp>
      <p:sp>
        <p:nvSpPr>
          <p:cNvPr id="31" name="Rectangle 30"/>
          <p:cNvSpPr/>
          <p:nvPr/>
        </p:nvSpPr>
        <p:spPr>
          <a:xfrm>
            <a:off x="4160520" y="1783080"/>
            <a:ext cx="2331720" cy="77724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60520" y="1783080"/>
            <a:ext cx="2331720" cy="777240"/>
          </a:xfrm>
          <a:prstGeom prst="rect">
            <a:avLst/>
          </a:prstGeom>
          <a:noFill/>
        </p:spPr>
        <p:txBody>
          <a:bodyPr wrap="square" anchor="ctr" lIns="0" rIns="0" tIns="0" bIns="0">
            <a:spAutoFit/>
          </a:bodyPr>
          <a:lstStyle/>
          <a:p>
            <a:pPr algn="ctr">
              <a:spcAft>
                <a:spcPts val="0"/>
              </a:spcAft>
            </a:pPr>
            <a:r>
              <a:rPr b="1" sz="1100">
                <a:solidFill>
                  <a:srgbClr val="FFFFFF"/>
                </a:solidFill>
                <a:latin typeface="Catamaran"/>
              </a:rPr>
              <a:t>ENTRENAMIENTO</a:t>
            </a:r>
          </a:p>
          <a:p>
            <a:pPr algn="ctr">
              <a:spcAft>
                <a:spcPts val="0"/>
              </a:spcAft>
            </a:pPr>
            <a:r>
              <a:rPr b="0" sz="1100">
                <a:solidFill>
                  <a:srgbClr val="FFFFFF"/>
                </a:solidFill>
                <a:latin typeface="Catamaran"/>
              </a:rPr>
              <a:t>2011 a 2021 · 1.320 casos</a:t>
            </a:r>
          </a:p>
        </p:txBody>
      </p:sp>
      <p:sp>
        <p:nvSpPr>
          <p:cNvPr id="33" name="Rectangle 32"/>
          <p:cNvSpPr/>
          <p:nvPr/>
        </p:nvSpPr>
        <p:spPr>
          <a:xfrm>
            <a:off x="6528816" y="1783080"/>
            <a:ext cx="1280160" cy="77724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8816" y="1783080"/>
            <a:ext cx="1280160" cy="777240"/>
          </a:xfrm>
          <a:prstGeom prst="rect">
            <a:avLst/>
          </a:prstGeom>
          <a:noFill/>
        </p:spPr>
        <p:txBody>
          <a:bodyPr wrap="square" anchor="ctr" lIns="0" rIns="0" tIns="0" bIns="0">
            <a:spAutoFit/>
          </a:bodyPr>
          <a:lstStyle/>
          <a:p>
            <a:pPr algn="ctr">
              <a:spcAft>
                <a:spcPts val="0"/>
              </a:spcAft>
            </a:pPr>
            <a:r>
              <a:rPr b="1" sz="1100">
                <a:solidFill>
                  <a:srgbClr val="FFFFFF"/>
                </a:solidFill>
                <a:latin typeface="Catamaran"/>
              </a:rPr>
              <a:t>PRUEBA</a:t>
            </a:r>
          </a:p>
          <a:p>
            <a:pPr algn="ctr">
              <a:spcAft>
                <a:spcPts val="0"/>
              </a:spcAft>
            </a:pPr>
            <a:r>
              <a:rPr b="0" sz="1100">
                <a:solidFill>
                  <a:srgbClr val="FFFFFF"/>
                </a:solidFill>
                <a:latin typeface="Catamaran"/>
              </a:rPr>
              <a:t>2022 a 2026 · 570</a:t>
            </a:r>
          </a:p>
        </p:txBody>
      </p:sp>
      <p:sp>
        <p:nvSpPr>
          <p:cNvPr id="35" name="TextBox 34"/>
          <p:cNvSpPr txBox="1"/>
          <p:nvPr/>
        </p:nvSpPr>
        <p:spPr>
          <a:xfrm>
            <a:off x="411480" y="2788920"/>
            <a:ext cx="7406640" cy="1920240"/>
          </a:xfrm>
          <a:prstGeom prst="rect">
            <a:avLst/>
          </a:prstGeom>
          <a:noFill/>
        </p:spPr>
        <p:txBody>
          <a:bodyPr wrap="square" anchor="t" lIns="0" rIns="0" tIns="0" bIns="0">
            <a:spAutoFit/>
          </a:bodyPr>
          <a:lstStyle/>
          <a:p>
            <a:pPr algn="l">
              <a:spcAft>
                <a:spcPts val="600"/>
              </a:spcAft>
            </a:pPr>
            <a:r>
              <a:rPr b="1" sz="1250">
                <a:solidFill>
                  <a:srgbClr val="434343"/>
                </a:solidFill>
                <a:latin typeface="Catamaran"/>
              </a:rPr>
              <a:t>Unidad: </a:t>
            </a:r>
            <a:r>
              <a:rPr b="0" sz="1250">
                <a:solidFill>
                  <a:srgbClr val="434343"/>
                </a:solidFill>
                <a:latin typeface="Catamaran"/>
              </a:rPr>
              <a:t>el reto pide clasificar zonas, no sismos. Cada caso es una celda en un trimestre.</a:t>
            </a:r>
          </a:p>
          <a:p>
            <a:pPr algn="l">
              <a:spcAft>
                <a:spcPts val="600"/>
              </a:spcAft>
            </a:pPr>
            <a:r>
              <a:rPr b="1" sz="1250">
                <a:solidFill>
                  <a:srgbClr val="434343"/>
                </a:solidFill>
                <a:latin typeface="Catamaran"/>
              </a:rPr>
              <a:t>Sin trampa: </a:t>
            </a:r>
            <a:r>
              <a:rPr b="0" sz="1250">
                <a:solidFill>
                  <a:srgbClr val="434343"/>
                </a:solidFill>
                <a:latin typeface="Catamaran"/>
              </a:rPr>
              <a:t>las variables solo usan el pasado, y la prueba son casi cinco años que el modelo nunca vio.</a:t>
            </a:r>
          </a:p>
          <a:p>
            <a:pPr algn="l">
              <a:spcAft>
                <a:spcPts val="600"/>
              </a:spcAft>
            </a:pPr>
            <a:r>
              <a:rPr b="1" sz="1250">
                <a:solidFill>
                  <a:srgbClr val="434343"/>
                </a:solidFill>
                <a:latin typeface="Catamaran"/>
              </a:rPr>
              <a:t>Ajustes sin mirar la prueba: </a:t>
            </a:r>
            <a:r>
              <a:rPr b="0" sz="1250">
                <a:solidFill>
                  <a:srgbClr val="434343"/>
                </a:solidFill>
                <a:latin typeface="Catamaran"/>
              </a:rPr>
              <a:t>el balanceo de clases y la profundidad se eligen con validación interna (2017-2021).</a:t>
            </a:r>
          </a:p>
          <a:p>
            <a:pPr algn="l">
              <a:spcAft>
                <a:spcPts val="600"/>
              </a:spcAft>
            </a:pPr>
            <a:r>
              <a:rPr b="1" sz="1250">
                <a:solidFill>
                  <a:srgbClr val="434343"/>
                </a:solidFill>
                <a:latin typeface="Catamaran"/>
              </a:rPr>
              <a:t>Contra qué se compara: </a:t>
            </a:r>
            <a:r>
              <a:rPr b="0" sz="1250">
                <a:solidFill>
                  <a:srgbClr val="434343"/>
                </a:solidFill>
                <a:latin typeface="Catamaran"/>
              </a:rPr>
              <a:t>tres reglas que no aprenden, como «será igual al trimestre anterior», y un techo de referencia.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LOS SANTOS</a:t>
            </a:r>
          </a:p>
        </p:txBody>
      </p:sp>
      <p:sp>
        <p:nvSpPr>
          <p:cNvPr id="3" name="TextBox 2"/>
          <p:cNvSpPr txBox="1"/>
          <p:nvPr/>
        </p:nvSpPr>
        <p:spPr>
          <a:xfrm>
            <a:off x="457200" y="256032"/>
            <a:ext cx="5212080" cy="274320"/>
          </a:xfrm>
          <a:prstGeom prst="rect">
            <a:avLst/>
          </a:prstGeom>
          <a:noFill/>
        </p:spPr>
        <p:txBody>
          <a:bodyPr wrap="square" anchor="t" lIns="0" rIns="0" tIns="0" bIns="0">
            <a:spAutoFit/>
          </a:bodyPr>
          <a:lstStyle/>
          <a:p>
            <a:pPr algn="l">
              <a:spcAft>
                <a:spcPts val="600"/>
              </a:spcAft>
            </a:pPr>
            <a:r>
              <a:rPr b="1" sz="1050">
                <a:solidFill>
                  <a:srgbClr val="908269"/>
                </a:solidFill>
                <a:latin typeface="Livvic"/>
              </a:rPr>
              <a:t>MODELO 1 · RIESGO POR ZONA EN LOS SANTOS · 570 CASOS DE PRUEBA</a:t>
            </a:r>
          </a:p>
        </p:txBody>
      </p:sp>
      <p:sp>
        <p:nvSpPr>
          <p:cNvPr id="4" name="Rectangle 3"/>
          <p:cNvSpPr/>
          <p:nvPr/>
        </p:nvSpPr>
        <p:spPr>
          <a:xfrm>
            <a:off x="457200" y="548640"/>
            <a:ext cx="1691640" cy="896112"/>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40080"/>
            <a:ext cx="141732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80,7 %</a:t>
            </a:r>
          </a:p>
        </p:txBody>
      </p:sp>
      <p:sp>
        <p:nvSpPr>
          <p:cNvPr id="6" name="TextBox 5"/>
          <p:cNvSpPr txBox="1"/>
          <p:nvPr/>
        </p:nvSpPr>
        <p:spPr>
          <a:xfrm>
            <a:off x="594360" y="1014984"/>
            <a:ext cx="141732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exactitud</a:t>
            </a:r>
          </a:p>
        </p:txBody>
      </p:sp>
      <p:sp>
        <p:nvSpPr>
          <p:cNvPr id="7" name="Rectangle 6"/>
          <p:cNvSpPr/>
          <p:nvPr/>
        </p:nvSpPr>
        <p:spPr>
          <a:xfrm>
            <a:off x="2221992" y="548640"/>
            <a:ext cx="1691640" cy="896112"/>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59152" y="640080"/>
            <a:ext cx="141732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71,9 %</a:t>
            </a:r>
          </a:p>
        </p:txBody>
      </p:sp>
      <p:sp>
        <p:nvSpPr>
          <p:cNvPr id="9" name="TextBox 8"/>
          <p:cNvSpPr txBox="1"/>
          <p:nvPr/>
        </p:nvSpPr>
        <p:spPr>
          <a:xfrm>
            <a:off x="2359152" y="1014984"/>
            <a:ext cx="141732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F1 macro</a:t>
            </a:r>
          </a:p>
        </p:txBody>
      </p:sp>
      <p:sp>
        <p:nvSpPr>
          <p:cNvPr id="10" name="Rectangle 9"/>
          <p:cNvSpPr/>
          <p:nvPr/>
        </p:nvSpPr>
        <p:spPr>
          <a:xfrm>
            <a:off x="3986784" y="548640"/>
            <a:ext cx="1691640" cy="896112"/>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23944" y="640080"/>
            <a:ext cx="1417320" cy="548640"/>
          </a:xfrm>
          <a:prstGeom prst="rect">
            <a:avLst/>
          </a:prstGeom>
          <a:noFill/>
        </p:spPr>
        <p:txBody>
          <a:bodyPr wrap="square" anchor="t" lIns="0" rIns="0" tIns="0" bIns="0">
            <a:spAutoFit/>
          </a:bodyPr>
          <a:lstStyle/>
          <a:p>
            <a:pPr algn="l">
              <a:spcAft>
                <a:spcPts val="600"/>
              </a:spcAft>
            </a:pPr>
            <a:r>
              <a:rPr b="1" sz="2600">
                <a:solidFill>
                  <a:srgbClr val="434343"/>
                </a:solidFill>
                <a:latin typeface="Livvic"/>
              </a:rPr>
              <a:t>84,3 %</a:t>
            </a:r>
          </a:p>
        </p:txBody>
      </p:sp>
      <p:sp>
        <p:nvSpPr>
          <p:cNvPr id="12" name="TextBox 11"/>
          <p:cNvSpPr txBox="1"/>
          <p:nvPr/>
        </p:nvSpPr>
        <p:spPr>
          <a:xfrm>
            <a:off x="4123944" y="1014984"/>
            <a:ext cx="1417320" cy="365760"/>
          </a:xfrm>
          <a:prstGeom prst="rect">
            <a:avLst/>
          </a:prstGeom>
          <a:noFill/>
        </p:spPr>
        <p:txBody>
          <a:bodyPr wrap="square" anchor="t" lIns="0" rIns="0" tIns="0" bIns="0">
            <a:spAutoFit/>
          </a:bodyPr>
          <a:lstStyle/>
          <a:p>
            <a:pPr algn="l">
              <a:spcAft>
                <a:spcPts val="600"/>
              </a:spcAft>
            </a:pPr>
            <a:r>
              <a:rPr b="0" sz="1100">
                <a:solidFill>
                  <a:srgbClr val="434343"/>
                </a:solidFill>
                <a:latin typeface="Catamaran"/>
              </a:rPr>
              <a:t>detecta el nivel Alto</a:t>
            </a:r>
          </a:p>
        </p:txBody>
      </p:sp>
      <p:graphicFrame>
        <p:nvGraphicFramePr>
          <p:cNvPr id="13" name="Chart 12"/>
          <p:cNvGraphicFramePr>
            <a:graphicFrameLocks noGrp="1"/>
          </p:cNvGraphicFramePr>
          <p:nvPr/>
        </p:nvGraphicFramePr>
        <p:xfrm>
          <a:off x="320040" y="1508760"/>
          <a:ext cx="5029200" cy="3200400"/>
        </p:xfrm>
        <a:graphic>
          <a:graphicData uri="http://schemas.openxmlformats.org/drawingml/2006/chart">
            <c:chart xmlns:c="http://schemas.openxmlformats.org/drawingml/2006/chart" r:id="rId3"/>
          </a:graphicData>
        </a:graphic>
      </p:graphicFrame>
      <p:sp>
        <p:nvSpPr>
          <p:cNvPr id="14" name="TextBox 13"/>
          <p:cNvSpPr txBox="1"/>
          <p:nvPr/>
        </p:nvSpPr>
        <p:spPr>
          <a:xfrm>
            <a:off x="6053328" y="640080"/>
            <a:ext cx="1700784" cy="228600"/>
          </a:xfrm>
          <a:prstGeom prst="rect">
            <a:avLst/>
          </a:prstGeom>
          <a:noFill/>
        </p:spPr>
        <p:txBody>
          <a:bodyPr wrap="square" anchor="t" lIns="0" rIns="0" tIns="0" bIns="0">
            <a:spAutoFit/>
          </a:bodyPr>
          <a:lstStyle/>
          <a:p>
            <a:pPr algn="ctr">
              <a:spcAft>
                <a:spcPts val="600"/>
              </a:spcAft>
            </a:pPr>
            <a:r>
              <a:rPr b="0" sz="1000">
                <a:solidFill>
                  <a:srgbClr val="434343"/>
                </a:solidFill>
                <a:latin typeface="Catamaran"/>
              </a:rPr>
              <a:t>Predicho →</a:t>
            </a:r>
          </a:p>
        </p:txBody>
      </p:sp>
      <p:sp>
        <p:nvSpPr>
          <p:cNvPr id="15" name="TextBox 14"/>
          <p:cNvSpPr txBox="1"/>
          <p:nvPr/>
        </p:nvSpPr>
        <p:spPr>
          <a:xfrm>
            <a:off x="5486400" y="914400"/>
            <a:ext cx="530352" cy="566928"/>
          </a:xfrm>
          <a:prstGeom prst="rect">
            <a:avLst/>
          </a:prstGeom>
          <a:noFill/>
        </p:spPr>
        <p:txBody>
          <a:bodyPr wrap="square" anchor="ctr" lIns="0" rIns="0" tIns="0" bIns="0">
            <a:spAutoFit/>
          </a:bodyPr>
          <a:lstStyle/>
          <a:p>
            <a:pPr algn="r">
              <a:spcAft>
                <a:spcPts val="600"/>
              </a:spcAft>
            </a:pPr>
            <a:r>
              <a:rPr b="0" sz="1050">
                <a:solidFill>
                  <a:srgbClr val="434343"/>
                </a:solidFill>
                <a:latin typeface="Catamaran"/>
              </a:rPr>
              <a:t>Bajo</a:t>
            </a:r>
          </a:p>
        </p:txBody>
      </p:sp>
      <p:sp>
        <p:nvSpPr>
          <p:cNvPr id="16" name="TextBox 15"/>
          <p:cNvSpPr txBox="1"/>
          <p:nvPr/>
        </p:nvSpPr>
        <p:spPr>
          <a:xfrm>
            <a:off x="6053328" y="2642615"/>
            <a:ext cx="566928" cy="228600"/>
          </a:xfrm>
          <a:prstGeom prst="rect">
            <a:avLst/>
          </a:prstGeom>
          <a:noFill/>
        </p:spPr>
        <p:txBody>
          <a:bodyPr wrap="square" anchor="t" lIns="0" rIns="0" tIns="0" bIns="0">
            <a:spAutoFit/>
          </a:bodyPr>
          <a:lstStyle/>
          <a:p>
            <a:pPr algn="ctr">
              <a:spcAft>
                <a:spcPts val="600"/>
              </a:spcAft>
            </a:pPr>
            <a:r>
              <a:rPr b="0" sz="1050">
                <a:solidFill>
                  <a:srgbClr val="434343"/>
                </a:solidFill>
                <a:latin typeface="Catamaran"/>
              </a:rPr>
              <a:t>Bajo</a:t>
            </a:r>
          </a:p>
        </p:txBody>
      </p:sp>
      <p:sp>
        <p:nvSpPr>
          <p:cNvPr id="17" name="Rectangle 16"/>
          <p:cNvSpPr/>
          <p:nvPr/>
        </p:nvSpPr>
        <p:spPr>
          <a:xfrm>
            <a:off x="6053328" y="914400"/>
            <a:ext cx="530352" cy="530352"/>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53328" y="914400"/>
            <a:ext cx="530352" cy="530352"/>
          </a:xfrm>
          <a:prstGeom prst="rect">
            <a:avLst/>
          </a:prstGeom>
          <a:noFill/>
        </p:spPr>
        <p:txBody>
          <a:bodyPr wrap="square" anchor="ctr" lIns="0" rIns="0" tIns="0" bIns="0">
            <a:spAutoFit/>
          </a:bodyPr>
          <a:lstStyle/>
          <a:p>
            <a:pPr algn="ctr">
              <a:spcAft>
                <a:spcPts val="600"/>
              </a:spcAft>
            </a:pPr>
            <a:r>
              <a:rPr b="1" sz="1300">
                <a:solidFill>
                  <a:srgbClr val="FFFFFF"/>
                </a:solidFill>
                <a:latin typeface="Catamaran"/>
              </a:rPr>
              <a:t>309</a:t>
            </a:r>
          </a:p>
        </p:txBody>
      </p:sp>
      <p:sp>
        <p:nvSpPr>
          <p:cNvPr id="19" name="Rectangle 18"/>
          <p:cNvSpPr/>
          <p:nvPr/>
        </p:nvSpPr>
        <p:spPr>
          <a:xfrm>
            <a:off x="6620256" y="914400"/>
            <a:ext cx="530352" cy="530352"/>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6" y="914400"/>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37</a:t>
            </a:r>
          </a:p>
        </p:txBody>
      </p:sp>
      <p:sp>
        <p:nvSpPr>
          <p:cNvPr id="21" name="Rectangle 20"/>
          <p:cNvSpPr/>
          <p:nvPr/>
        </p:nvSpPr>
        <p:spPr>
          <a:xfrm>
            <a:off x="7187184" y="914400"/>
            <a:ext cx="530352" cy="530352"/>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87184" y="914400"/>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4</a:t>
            </a:r>
          </a:p>
        </p:txBody>
      </p:sp>
      <p:sp>
        <p:nvSpPr>
          <p:cNvPr id="23" name="TextBox 22"/>
          <p:cNvSpPr txBox="1"/>
          <p:nvPr/>
        </p:nvSpPr>
        <p:spPr>
          <a:xfrm>
            <a:off x="5486400" y="1481328"/>
            <a:ext cx="530352" cy="566928"/>
          </a:xfrm>
          <a:prstGeom prst="rect">
            <a:avLst/>
          </a:prstGeom>
          <a:noFill/>
        </p:spPr>
        <p:txBody>
          <a:bodyPr wrap="square" anchor="ctr" lIns="0" rIns="0" tIns="0" bIns="0">
            <a:spAutoFit/>
          </a:bodyPr>
          <a:lstStyle/>
          <a:p>
            <a:pPr algn="r">
              <a:spcAft>
                <a:spcPts val="600"/>
              </a:spcAft>
            </a:pPr>
            <a:r>
              <a:rPr b="0" sz="1050">
                <a:solidFill>
                  <a:srgbClr val="434343"/>
                </a:solidFill>
                <a:latin typeface="Catamaran"/>
              </a:rPr>
              <a:t>Medio</a:t>
            </a:r>
          </a:p>
        </p:txBody>
      </p:sp>
      <p:sp>
        <p:nvSpPr>
          <p:cNvPr id="24" name="TextBox 23"/>
          <p:cNvSpPr txBox="1"/>
          <p:nvPr/>
        </p:nvSpPr>
        <p:spPr>
          <a:xfrm>
            <a:off x="6620256" y="2642615"/>
            <a:ext cx="566928" cy="228600"/>
          </a:xfrm>
          <a:prstGeom prst="rect">
            <a:avLst/>
          </a:prstGeom>
          <a:noFill/>
        </p:spPr>
        <p:txBody>
          <a:bodyPr wrap="square" anchor="t" lIns="0" rIns="0" tIns="0" bIns="0">
            <a:spAutoFit/>
          </a:bodyPr>
          <a:lstStyle/>
          <a:p>
            <a:pPr algn="ctr">
              <a:spcAft>
                <a:spcPts val="600"/>
              </a:spcAft>
            </a:pPr>
            <a:r>
              <a:rPr b="0" sz="1050">
                <a:solidFill>
                  <a:srgbClr val="434343"/>
                </a:solidFill>
                <a:latin typeface="Catamaran"/>
              </a:rPr>
              <a:t>Medio</a:t>
            </a:r>
          </a:p>
        </p:txBody>
      </p:sp>
      <p:sp>
        <p:nvSpPr>
          <p:cNvPr id="25" name="Rectangle 24"/>
          <p:cNvSpPr/>
          <p:nvPr/>
        </p:nvSpPr>
        <p:spPr>
          <a:xfrm>
            <a:off x="6053328" y="1481328"/>
            <a:ext cx="530352" cy="530352"/>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53328" y="1481328"/>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31</a:t>
            </a:r>
          </a:p>
        </p:txBody>
      </p:sp>
      <p:sp>
        <p:nvSpPr>
          <p:cNvPr id="27" name="Rectangle 26"/>
          <p:cNvSpPr/>
          <p:nvPr/>
        </p:nvSpPr>
        <p:spPr>
          <a:xfrm>
            <a:off x="6620256" y="1481328"/>
            <a:ext cx="530352" cy="530352"/>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0256" y="1481328"/>
            <a:ext cx="530352" cy="530352"/>
          </a:xfrm>
          <a:prstGeom prst="rect">
            <a:avLst/>
          </a:prstGeom>
          <a:noFill/>
        </p:spPr>
        <p:txBody>
          <a:bodyPr wrap="square" anchor="ctr" lIns="0" rIns="0" tIns="0" bIns="0">
            <a:spAutoFit/>
          </a:bodyPr>
          <a:lstStyle/>
          <a:p>
            <a:pPr algn="ctr">
              <a:spcAft>
                <a:spcPts val="600"/>
              </a:spcAft>
            </a:pPr>
            <a:r>
              <a:rPr b="1" sz="1300">
                <a:solidFill>
                  <a:srgbClr val="434343"/>
                </a:solidFill>
                <a:latin typeface="Catamaran"/>
              </a:rPr>
              <a:t>38</a:t>
            </a:r>
          </a:p>
        </p:txBody>
      </p:sp>
      <p:sp>
        <p:nvSpPr>
          <p:cNvPr id="29" name="Rectangle 28"/>
          <p:cNvSpPr/>
          <p:nvPr/>
        </p:nvSpPr>
        <p:spPr>
          <a:xfrm>
            <a:off x="7187184" y="1481328"/>
            <a:ext cx="530352" cy="530352"/>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7184" y="1481328"/>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17</a:t>
            </a:r>
          </a:p>
        </p:txBody>
      </p:sp>
      <p:sp>
        <p:nvSpPr>
          <p:cNvPr id="31" name="TextBox 30"/>
          <p:cNvSpPr txBox="1"/>
          <p:nvPr/>
        </p:nvSpPr>
        <p:spPr>
          <a:xfrm>
            <a:off x="5486400" y="2048256"/>
            <a:ext cx="530352" cy="566928"/>
          </a:xfrm>
          <a:prstGeom prst="rect">
            <a:avLst/>
          </a:prstGeom>
          <a:noFill/>
        </p:spPr>
        <p:txBody>
          <a:bodyPr wrap="square" anchor="ctr" lIns="0" rIns="0" tIns="0" bIns="0">
            <a:spAutoFit/>
          </a:bodyPr>
          <a:lstStyle/>
          <a:p>
            <a:pPr algn="r">
              <a:spcAft>
                <a:spcPts val="600"/>
              </a:spcAft>
            </a:pPr>
            <a:r>
              <a:rPr b="0" sz="1050">
                <a:solidFill>
                  <a:srgbClr val="434343"/>
                </a:solidFill>
                <a:latin typeface="Catamaran"/>
              </a:rPr>
              <a:t>Alto</a:t>
            </a:r>
          </a:p>
        </p:txBody>
      </p:sp>
      <p:sp>
        <p:nvSpPr>
          <p:cNvPr id="32" name="TextBox 31"/>
          <p:cNvSpPr txBox="1"/>
          <p:nvPr/>
        </p:nvSpPr>
        <p:spPr>
          <a:xfrm>
            <a:off x="7187184" y="2642615"/>
            <a:ext cx="566928" cy="228600"/>
          </a:xfrm>
          <a:prstGeom prst="rect">
            <a:avLst/>
          </a:prstGeom>
          <a:noFill/>
        </p:spPr>
        <p:txBody>
          <a:bodyPr wrap="square" anchor="t" lIns="0" rIns="0" tIns="0" bIns="0">
            <a:spAutoFit/>
          </a:bodyPr>
          <a:lstStyle/>
          <a:p>
            <a:pPr algn="ctr">
              <a:spcAft>
                <a:spcPts val="600"/>
              </a:spcAft>
            </a:pPr>
            <a:r>
              <a:rPr b="0" sz="1050">
                <a:solidFill>
                  <a:srgbClr val="434343"/>
                </a:solidFill>
                <a:latin typeface="Catamaran"/>
              </a:rPr>
              <a:t>Alto</a:t>
            </a:r>
          </a:p>
        </p:txBody>
      </p:sp>
      <p:sp>
        <p:nvSpPr>
          <p:cNvPr id="33" name="Rectangle 32"/>
          <p:cNvSpPr/>
          <p:nvPr/>
        </p:nvSpPr>
        <p:spPr>
          <a:xfrm>
            <a:off x="6053328" y="2048256"/>
            <a:ext cx="530352" cy="530352"/>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53328" y="2048256"/>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1</a:t>
            </a:r>
          </a:p>
        </p:txBody>
      </p:sp>
      <p:sp>
        <p:nvSpPr>
          <p:cNvPr id="35" name="Rectangle 34"/>
          <p:cNvSpPr/>
          <p:nvPr/>
        </p:nvSpPr>
        <p:spPr>
          <a:xfrm>
            <a:off x="6620256" y="2048256"/>
            <a:ext cx="530352" cy="530352"/>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0256" y="2048256"/>
            <a:ext cx="530352" cy="530352"/>
          </a:xfrm>
          <a:prstGeom prst="rect">
            <a:avLst/>
          </a:prstGeom>
          <a:noFill/>
        </p:spPr>
        <p:txBody>
          <a:bodyPr wrap="square" anchor="ctr" lIns="0" rIns="0" tIns="0" bIns="0">
            <a:spAutoFit/>
          </a:bodyPr>
          <a:lstStyle/>
          <a:p>
            <a:pPr algn="ctr">
              <a:spcAft>
                <a:spcPts val="600"/>
              </a:spcAft>
            </a:pPr>
            <a:r>
              <a:rPr b="0" sz="1300">
                <a:solidFill>
                  <a:srgbClr val="434343"/>
                </a:solidFill>
                <a:latin typeface="Catamaran"/>
              </a:rPr>
              <a:t>20</a:t>
            </a:r>
          </a:p>
        </p:txBody>
      </p:sp>
      <p:sp>
        <p:nvSpPr>
          <p:cNvPr id="37" name="Rectangle 36"/>
          <p:cNvSpPr/>
          <p:nvPr/>
        </p:nvSpPr>
        <p:spPr>
          <a:xfrm>
            <a:off x="7187184" y="2048256"/>
            <a:ext cx="530352" cy="530352"/>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87184" y="2048256"/>
            <a:ext cx="530352" cy="530352"/>
          </a:xfrm>
          <a:prstGeom prst="rect">
            <a:avLst/>
          </a:prstGeom>
          <a:noFill/>
        </p:spPr>
        <p:txBody>
          <a:bodyPr wrap="square" anchor="ctr" lIns="0" rIns="0" tIns="0" bIns="0">
            <a:spAutoFit/>
          </a:bodyPr>
          <a:lstStyle/>
          <a:p>
            <a:pPr algn="ctr">
              <a:spcAft>
                <a:spcPts val="600"/>
              </a:spcAft>
            </a:pPr>
            <a:r>
              <a:rPr b="1" sz="1300">
                <a:solidFill>
                  <a:srgbClr val="FFFFFF"/>
                </a:solidFill>
                <a:latin typeface="Catamaran"/>
              </a:rPr>
              <a:t>113</a:t>
            </a:r>
          </a:p>
        </p:txBody>
      </p:sp>
      <p:sp>
        <p:nvSpPr>
          <p:cNvPr id="39" name="TextBox 38"/>
          <p:cNvSpPr txBox="1"/>
          <p:nvPr/>
        </p:nvSpPr>
        <p:spPr>
          <a:xfrm>
            <a:off x="5486400" y="3017520"/>
            <a:ext cx="2377440" cy="1737360"/>
          </a:xfrm>
          <a:prstGeom prst="rect">
            <a:avLst/>
          </a:prstGeom>
          <a:noFill/>
        </p:spPr>
        <p:txBody>
          <a:bodyPr wrap="square" anchor="t" lIns="0" rIns="0" tIns="0" bIns="0">
            <a:spAutoFit/>
          </a:bodyPr>
          <a:lstStyle/>
          <a:p>
            <a:pPr algn="l">
              <a:spcAft>
                <a:spcPts val="500"/>
              </a:spcAft>
            </a:pPr>
            <a:r>
              <a:rPr b="1" sz="1150">
                <a:solidFill>
                  <a:srgbClr val="434343"/>
                </a:solidFill>
                <a:latin typeface="Catamaran"/>
              </a:rPr>
              <a:t>Supera a las 3 reglas</a:t>
            </a:r>
            <a:r>
              <a:rPr b="0" sz="1150">
                <a:solidFill>
                  <a:srgbClr val="434343"/>
                </a:solidFill>
                <a:latin typeface="Catamaran"/>
              </a:rPr>
              <a:t> sin aprendizaje, a la persistencia por poco.</a:t>
            </a:r>
          </a:p>
          <a:p>
            <a:pPr algn="l">
              <a:spcAft>
                <a:spcPts val="500"/>
              </a:spcAft>
            </a:pPr>
            <a:r>
              <a:rPr b="1" sz="1150">
                <a:solidFill>
                  <a:srgbClr val="434343"/>
                </a:solidFill>
                <a:latin typeface="Catamaran"/>
              </a:rPr>
              <a:t>97 % del techo: </a:t>
            </a:r>
            <a:r>
              <a:rPr b="0" sz="1150">
                <a:solidFill>
                  <a:srgbClr val="434343"/>
                </a:solidFill>
                <a:latin typeface="Catamaran"/>
              </a:rPr>
              <a:t>lo que falta es azar.</a:t>
            </a:r>
          </a:p>
          <a:p>
            <a:pPr algn="l">
              <a:spcAft>
                <a:spcPts val="500"/>
              </a:spcAft>
            </a:pPr>
            <a:r>
              <a:rPr b="1" sz="1150">
                <a:solidFill>
                  <a:srgbClr val="434343"/>
                </a:solidFill>
                <a:latin typeface="Catamaran"/>
              </a:rPr>
              <a:t>Falla por poco: </a:t>
            </a:r>
            <a:r>
              <a:rPr b="0" sz="1150">
                <a:solidFill>
                  <a:srgbClr val="434343"/>
                </a:solidFill>
                <a:latin typeface="Catamaran"/>
              </a:rPr>
              <a:t>solo 5 casos entre Bajo y Alto.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SANTANDER</a:t>
            </a:r>
          </a:p>
        </p:txBody>
      </p:sp>
      <p:pic>
        <p:nvPicPr>
          <p:cNvPr id="3" name="Picture 2" descr="mapa_santander.png"/>
          <p:cNvPicPr>
            <a:picLocks noChangeAspect="1"/>
          </p:cNvPicPr>
          <p:nvPr/>
        </p:nvPicPr>
        <p:blipFill>
          <a:blip r:embed="rId3"/>
          <a:stretch>
            <a:fillRect/>
          </a:stretch>
        </p:blipFill>
        <p:spPr>
          <a:xfrm>
            <a:off x="365760" y="411480"/>
            <a:ext cx="3472975" cy="3931920"/>
          </a:xfrm>
          <a:prstGeom prst="rect">
            <a:avLst/>
          </a:prstGeom>
        </p:spPr>
      </p:pic>
      <p:sp>
        <p:nvSpPr>
          <p:cNvPr id="4" name="TextBox 3"/>
          <p:cNvSpPr txBox="1"/>
          <p:nvPr/>
        </p:nvSpPr>
        <p:spPr>
          <a:xfrm>
            <a:off x="365760" y="4389120"/>
            <a:ext cx="3657600" cy="274320"/>
          </a:xfrm>
          <a:prstGeom prst="rect">
            <a:avLst/>
          </a:prstGeom>
          <a:noFill/>
        </p:spPr>
        <p:txBody>
          <a:bodyPr wrap="square" anchor="t" lIns="0" rIns="0" tIns="0" bIns="0">
            <a:spAutoFit/>
          </a:bodyPr>
          <a:lstStyle/>
          <a:p>
            <a:pPr algn="l">
              <a:spcAft>
                <a:spcPts val="600"/>
              </a:spcAft>
            </a:pPr>
            <a:r>
              <a:rPr b="0" sz="1000">
                <a:solidFill>
                  <a:srgbClr val="434343"/>
                </a:solidFill>
                <a:latin typeface="Catamaran"/>
              </a:rPr>
              <a:t>Más oscuro: más sismos de magnitud ≥ 2,5 desde 2010</a:t>
            </a:r>
          </a:p>
        </p:txBody>
      </p:sp>
      <p:sp>
        <p:nvSpPr>
          <p:cNvPr id="5" name="TextBox 4"/>
          <p:cNvSpPr txBox="1"/>
          <p:nvPr/>
        </p:nvSpPr>
        <p:spPr>
          <a:xfrm>
            <a:off x="4297680" y="256032"/>
            <a:ext cx="3474720" cy="274320"/>
          </a:xfrm>
          <a:prstGeom prst="rect">
            <a:avLst/>
          </a:prstGeom>
          <a:noFill/>
        </p:spPr>
        <p:txBody>
          <a:bodyPr wrap="square" anchor="t" lIns="0" rIns="0" tIns="0" bIns="0">
            <a:spAutoFit/>
          </a:bodyPr>
          <a:lstStyle/>
          <a:p>
            <a:pPr algn="l">
              <a:spcAft>
                <a:spcPts val="600"/>
              </a:spcAft>
            </a:pPr>
            <a:r>
              <a:rPr b="1" sz="1050">
                <a:solidFill>
                  <a:srgbClr val="908269"/>
                </a:solidFill>
                <a:latin typeface="Livvic"/>
              </a:rPr>
              <a:t>MODELO 2 · TODO SANTANDER · 6.802 CASOS</a:t>
            </a:r>
          </a:p>
        </p:txBody>
      </p:sp>
      <p:sp>
        <p:nvSpPr>
          <p:cNvPr id="6" name="Rectangle 5"/>
          <p:cNvSpPr/>
          <p:nvPr/>
        </p:nvSpPr>
        <p:spPr>
          <a:xfrm>
            <a:off x="4297680" y="548640"/>
            <a:ext cx="1691640" cy="896112"/>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640080"/>
            <a:ext cx="141732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93,4 %</a:t>
            </a:r>
          </a:p>
        </p:txBody>
      </p:sp>
      <p:sp>
        <p:nvSpPr>
          <p:cNvPr id="8" name="TextBox 7"/>
          <p:cNvSpPr txBox="1"/>
          <p:nvPr/>
        </p:nvSpPr>
        <p:spPr>
          <a:xfrm>
            <a:off x="4434840" y="1014984"/>
            <a:ext cx="141732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exactitud</a:t>
            </a:r>
          </a:p>
        </p:txBody>
      </p:sp>
      <p:sp>
        <p:nvSpPr>
          <p:cNvPr id="9" name="Rectangle 8"/>
          <p:cNvSpPr/>
          <p:nvPr/>
        </p:nvSpPr>
        <p:spPr>
          <a:xfrm>
            <a:off x="6062472" y="548640"/>
            <a:ext cx="1691640" cy="896112"/>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640080"/>
            <a:ext cx="1417320"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74,3 %</a:t>
            </a:r>
          </a:p>
        </p:txBody>
      </p:sp>
      <p:sp>
        <p:nvSpPr>
          <p:cNvPr id="11" name="TextBox 10"/>
          <p:cNvSpPr txBox="1"/>
          <p:nvPr/>
        </p:nvSpPr>
        <p:spPr>
          <a:xfrm>
            <a:off x="6199632" y="1014984"/>
            <a:ext cx="1417320"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F1 macro</a:t>
            </a:r>
          </a:p>
        </p:txBody>
      </p:sp>
      <p:graphicFrame>
        <p:nvGraphicFramePr>
          <p:cNvPr id="12" name="Chart 11"/>
          <p:cNvGraphicFramePr>
            <a:graphicFrameLocks noGrp="1"/>
          </p:cNvGraphicFramePr>
          <p:nvPr/>
        </p:nvGraphicFramePr>
        <p:xfrm>
          <a:off x="4160520" y="1463040"/>
          <a:ext cx="3657600" cy="1600200"/>
        </p:xfrm>
        <a:graphic>
          <a:graphicData uri="http://schemas.openxmlformats.org/drawingml/2006/chart">
            <c:chart xmlns:c="http://schemas.openxmlformats.org/drawingml/2006/chart" r:id="rId4"/>
          </a:graphicData>
        </a:graphic>
      </p:graphicFrame>
      <p:sp>
        <p:nvSpPr>
          <p:cNvPr id="13" name="TextBox 12"/>
          <p:cNvSpPr txBox="1"/>
          <p:nvPr/>
        </p:nvSpPr>
        <p:spPr>
          <a:xfrm>
            <a:off x="4297680" y="3127248"/>
            <a:ext cx="3474720" cy="1645920"/>
          </a:xfrm>
          <a:prstGeom prst="rect">
            <a:avLst/>
          </a:prstGeom>
          <a:noFill/>
        </p:spPr>
        <p:txBody>
          <a:bodyPr wrap="square" anchor="t" lIns="0" rIns="0" tIns="0" bIns="0">
            <a:spAutoFit/>
          </a:bodyPr>
          <a:lstStyle/>
          <a:p>
            <a:pPr algn="l">
              <a:spcAft>
                <a:spcPts val="500"/>
              </a:spcAft>
            </a:pPr>
            <a:r>
              <a:rPr b="1" sz="1150">
                <a:solidFill>
                  <a:srgbClr val="434343"/>
                </a:solidFill>
                <a:latin typeface="Catamaran"/>
              </a:rPr>
              <a:t>La exactitud engaña: </a:t>
            </a:r>
            <a:r>
              <a:rPr b="0" sz="1150">
                <a:solidFill>
                  <a:srgbClr val="434343"/>
                </a:solidFill>
                <a:latin typeface="Catamaran"/>
              </a:rPr>
              <a:t>el 92 % de los casos son «Bajo». Lo que vale es el F1.</a:t>
            </a:r>
          </a:p>
          <a:p>
            <a:pPr algn="l">
              <a:spcAft>
                <a:spcPts val="500"/>
              </a:spcAft>
            </a:pPr>
            <a:r>
              <a:rPr b="1" sz="1150">
                <a:solidFill>
                  <a:srgbClr val="434343"/>
                </a:solidFill>
                <a:latin typeface="Catamaran"/>
              </a:rPr>
              <a:t>Dos modelos, no uno: </a:t>
            </a:r>
            <a:r>
              <a:rPr b="0" sz="1150">
                <a:solidFill>
                  <a:srgbClr val="434343"/>
                </a:solidFill>
                <a:latin typeface="Catamaran"/>
              </a:rPr>
              <a:t>uno solo para todo baja Los Santos de 79 % a 63 %.</a:t>
            </a:r>
          </a:p>
          <a:p>
            <a:pPr algn="l">
              <a:spcAft>
                <a:spcPts val="500"/>
              </a:spcAft>
            </a:pPr>
            <a:r>
              <a:rPr b="1" sz="1150">
                <a:solidFill>
                  <a:srgbClr val="434343"/>
                </a:solidFill>
                <a:latin typeface="Catamaran"/>
              </a:rPr>
              <a:t>358 celdas con modelo </a:t>
            </a:r>
            <a:r>
              <a:rPr b="0" sz="1150">
                <a:solidFill>
                  <a:srgbClr val="434343"/>
                </a:solidFill>
                <a:latin typeface="Catamaran"/>
              </a:rPr>
              <a:t>de las 997 del departamento.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TIEMBLA?</a:t>
            </a:r>
          </a:p>
        </p:txBody>
      </p:sp>
      <p:sp>
        <p:nvSpPr>
          <p:cNvPr id="3" name="TextBox 2"/>
          <p:cNvSpPr txBox="1"/>
          <p:nvPr/>
        </p:nvSpPr>
        <p:spPr>
          <a:xfrm>
            <a:off x="457200" y="411480"/>
            <a:ext cx="3566160" cy="320040"/>
          </a:xfrm>
          <a:prstGeom prst="rect">
            <a:avLst/>
          </a:prstGeom>
          <a:noFill/>
        </p:spPr>
        <p:txBody>
          <a:bodyPr wrap="square" anchor="t" lIns="0" rIns="0" tIns="0" bIns="0">
            <a:spAutoFit/>
          </a:bodyPr>
          <a:lstStyle/>
          <a:p>
            <a:pPr algn="l">
              <a:spcAft>
                <a:spcPts val="600"/>
              </a:spcAft>
            </a:pPr>
            <a:r>
              <a:rPr b="1" sz="1300">
                <a:solidFill>
                  <a:srgbClr val="908269"/>
                </a:solidFill>
                <a:latin typeface="Livvic"/>
              </a:rPr>
              <a:t>SIMULADOR DE SACUDIDA</a:t>
            </a:r>
          </a:p>
        </p:txBody>
      </p:sp>
      <p:sp>
        <p:nvSpPr>
          <p:cNvPr id="4" name="TextBox 3"/>
          <p:cNvSpPr txBox="1"/>
          <p:nvPr/>
        </p:nvSpPr>
        <p:spPr>
          <a:xfrm>
            <a:off x="457200" y="749808"/>
            <a:ext cx="3566160" cy="822960"/>
          </a:xfrm>
          <a:prstGeom prst="rect">
            <a:avLst/>
          </a:prstGeom>
          <a:noFill/>
        </p:spPr>
        <p:txBody>
          <a:bodyPr wrap="square" anchor="t" lIns="0" rIns="0" tIns="0" bIns="0">
            <a:spAutoFit/>
          </a:bodyPr>
          <a:lstStyle/>
          <a:p>
            <a:pPr algn="l">
              <a:spcAft>
                <a:spcPts val="600"/>
              </a:spcAft>
            </a:pPr>
            <a:r>
              <a:rPr b="0" sz="1150">
                <a:solidFill>
                  <a:srgbClr val="434343"/>
                </a:solidFill>
                <a:latin typeface="Catamaran"/>
              </a:rPr>
              <a:t>Física publicada (Zhao 2006, Worden 2012), calibrada con 598 reportes reales de la población en 86 sismos del nido.</a:t>
            </a:r>
          </a:p>
        </p:txBody>
      </p:sp>
      <p:sp>
        <p:nvSpPr>
          <p:cNvPr id="5" name="Rectangle 4"/>
          <p:cNvSpPr/>
          <p:nvPr/>
        </p:nvSpPr>
        <p:spPr>
          <a:xfrm>
            <a:off x="457200" y="1572768"/>
            <a:ext cx="1737360" cy="896112"/>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64208"/>
            <a:ext cx="1463039"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−23 %</a:t>
            </a:r>
          </a:p>
        </p:txBody>
      </p:sp>
      <p:sp>
        <p:nvSpPr>
          <p:cNvPr id="7" name="TextBox 6"/>
          <p:cNvSpPr txBox="1"/>
          <p:nvPr/>
        </p:nvSpPr>
        <p:spPr>
          <a:xfrm>
            <a:off x="594360" y="2039112"/>
            <a:ext cx="1463039"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de error al calibrar</a:t>
            </a:r>
          </a:p>
        </p:txBody>
      </p:sp>
      <p:sp>
        <p:nvSpPr>
          <p:cNvPr id="8" name="Rectangle 7"/>
          <p:cNvSpPr/>
          <p:nvPr/>
        </p:nvSpPr>
        <p:spPr>
          <a:xfrm>
            <a:off x="2286000" y="1572768"/>
            <a:ext cx="1737360" cy="896112"/>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23160" y="1664208"/>
            <a:ext cx="1463039" cy="548640"/>
          </a:xfrm>
          <a:prstGeom prst="rect">
            <a:avLst/>
          </a:prstGeom>
          <a:noFill/>
        </p:spPr>
        <p:txBody>
          <a:bodyPr wrap="square" anchor="t" lIns="0" rIns="0" tIns="0" bIns="0">
            <a:spAutoFit/>
          </a:bodyPr>
          <a:lstStyle/>
          <a:p>
            <a:pPr algn="l">
              <a:spcAft>
                <a:spcPts val="600"/>
              </a:spcAft>
            </a:pPr>
            <a:r>
              <a:rPr b="1" sz="2600">
                <a:solidFill>
                  <a:srgbClr val="FFFFFF"/>
                </a:solidFill>
                <a:latin typeface="Livvic"/>
              </a:rPr>
              <a:t>82 %</a:t>
            </a:r>
          </a:p>
        </p:txBody>
      </p:sp>
      <p:sp>
        <p:nvSpPr>
          <p:cNvPr id="10" name="TextBox 9"/>
          <p:cNvSpPr txBox="1"/>
          <p:nvPr/>
        </p:nvSpPr>
        <p:spPr>
          <a:xfrm>
            <a:off x="2423160" y="2039112"/>
            <a:ext cx="1463039" cy="365760"/>
          </a:xfrm>
          <a:prstGeom prst="rect">
            <a:avLst/>
          </a:prstGeom>
          <a:noFill/>
        </p:spPr>
        <p:txBody>
          <a:bodyPr wrap="square" anchor="t" lIns="0" rIns="0" tIns="0" bIns="0">
            <a:spAutoFit/>
          </a:bodyPr>
          <a:lstStyle/>
          <a:p>
            <a:pPr algn="l">
              <a:spcAft>
                <a:spcPts val="600"/>
              </a:spcAft>
            </a:pPr>
            <a:r>
              <a:rPr b="0" sz="1100">
                <a:solidFill>
                  <a:srgbClr val="FFFFFF"/>
                </a:solidFill>
                <a:latin typeface="Catamaran"/>
              </a:rPr>
              <a:t>acierta a ±1 grado</a:t>
            </a:r>
          </a:p>
        </p:txBody>
      </p:sp>
      <p:sp>
        <p:nvSpPr>
          <p:cNvPr id="11" name="TextBox 10"/>
          <p:cNvSpPr txBox="1"/>
          <p:nvPr/>
        </p:nvSpPr>
        <p:spPr>
          <a:xfrm>
            <a:off x="457200" y="2697480"/>
            <a:ext cx="3566160" cy="320040"/>
          </a:xfrm>
          <a:prstGeom prst="rect">
            <a:avLst/>
          </a:prstGeom>
          <a:noFill/>
        </p:spPr>
        <p:txBody>
          <a:bodyPr wrap="square" anchor="t" lIns="0" rIns="0" tIns="0" bIns="0">
            <a:spAutoFit/>
          </a:bodyPr>
          <a:lstStyle/>
          <a:p>
            <a:pPr algn="l">
              <a:spcAft>
                <a:spcPts val="600"/>
              </a:spcAft>
            </a:pPr>
            <a:r>
              <a:rPr b="1" sz="1300">
                <a:solidFill>
                  <a:srgbClr val="908269"/>
                </a:solidFill>
                <a:latin typeface="Livvic"/>
              </a:rPr>
              <a:t>MODELO 3 · VIVIENDAS Y COSTO</a:t>
            </a:r>
          </a:p>
        </p:txBody>
      </p:sp>
      <p:sp>
        <p:nvSpPr>
          <p:cNvPr id="12" name="TextBox 11"/>
          <p:cNvSpPr txBox="1"/>
          <p:nvPr/>
        </p:nvSpPr>
        <p:spPr>
          <a:xfrm>
            <a:off x="457200" y="3035808"/>
            <a:ext cx="3566160" cy="1737360"/>
          </a:xfrm>
          <a:prstGeom prst="rect">
            <a:avLst/>
          </a:prstGeom>
          <a:noFill/>
        </p:spPr>
        <p:txBody>
          <a:bodyPr wrap="square" anchor="t" lIns="0" rIns="0" tIns="0" bIns="0">
            <a:spAutoFit/>
          </a:bodyPr>
          <a:lstStyle/>
          <a:p>
            <a:pPr algn="l">
              <a:spcAft>
                <a:spcPts val="500"/>
              </a:spcAft>
            </a:pPr>
            <a:r>
              <a:rPr b="1" sz="1150">
                <a:solidFill>
                  <a:srgbClr val="434343"/>
                </a:solidFill>
                <a:latin typeface="Catamaran"/>
              </a:rPr>
              <a:t>Aprende de 120 casos reales </a:t>
            </a:r>
            <a:r>
              <a:rPr b="0" sz="1150">
                <a:solidFill>
                  <a:srgbClr val="434343"/>
                </a:solidFill>
                <a:latin typeface="Catamaran"/>
              </a:rPr>
              <a:t>(27 sismos, UNGRD 2019-2025).</a:t>
            </a:r>
          </a:p>
          <a:p>
            <a:pPr algn="l">
              <a:spcAft>
                <a:spcPts val="500"/>
              </a:spcAft>
            </a:pPr>
            <a:r>
              <a:rPr b="1" sz="1150">
                <a:solidFill>
                  <a:srgbClr val="434343"/>
                </a:solidFill>
                <a:latin typeface="Catamaran"/>
              </a:rPr>
              <a:t>Es débil y lo decimos: </a:t>
            </a:r>
            <a:r>
              <a:rPr b="0" sz="1150">
                <a:solidFill>
                  <a:srgbClr val="434343"/>
                </a:solidFill>
                <a:latin typeface="Catamaran"/>
              </a:rPr>
              <a:t>puede fallar por un factor de diez. Siempre da un rango.</a:t>
            </a:r>
          </a:p>
          <a:p>
            <a:pPr algn="l">
              <a:spcAft>
                <a:spcPts val="500"/>
              </a:spcAft>
            </a:pPr>
            <a:r>
              <a:rPr b="1" sz="1150">
                <a:solidFill>
                  <a:srgbClr val="434343"/>
                </a:solidFill>
                <a:latin typeface="Catamaran"/>
              </a:rPr>
              <a:t>Costo: </a:t>
            </a:r>
            <a:r>
              <a:rPr b="0" sz="1150">
                <a:solidFill>
                  <a:srgbClr val="434343"/>
                </a:solidFill>
                <a:latin typeface="Catamaran"/>
              </a:rPr>
              <a:t>de 1,4 a 54 millones de pesos por vivienda. Es gasto de atención del Estado, no indemnización.</a:t>
            </a:r>
          </a:p>
        </p:txBody>
      </p:sp>
      <p:pic>
        <p:nvPicPr>
          <p:cNvPr id="13" name="Picture 12" descr="curva_viviendas.png"/>
          <p:cNvPicPr>
            <a:picLocks noChangeAspect="1"/>
          </p:cNvPicPr>
          <p:nvPr/>
        </p:nvPicPr>
        <p:blipFill>
          <a:blip r:embed="rId3"/>
          <a:stretch>
            <a:fillRect/>
          </a:stretch>
        </p:blipFill>
        <p:spPr>
          <a:xfrm>
            <a:off x="4160520" y="685800"/>
            <a:ext cx="3657600" cy="2516894"/>
          </a:xfrm>
          <a:prstGeom prst="rect">
            <a:avLst/>
          </a:prstGeom>
        </p:spPr>
      </p:pic>
      <p:sp>
        <p:nvSpPr>
          <p:cNvPr id="14" name="TextBox 13"/>
          <p:cNvSpPr txBox="1"/>
          <p:nvPr/>
        </p:nvSpPr>
        <p:spPr>
          <a:xfrm>
            <a:off x="4206240" y="3429000"/>
            <a:ext cx="3566160" cy="1188720"/>
          </a:xfrm>
          <a:prstGeom prst="rect">
            <a:avLst/>
          </a:prstGeom>
          <a:noFill/>
        </p:spPr>
        <p:txBody>
          <a:bodyPr wrap="square" anchor="t" lIns="0" rIns="0" tIns="0" bIns="0">
            <a:spAutoFit/>
          </a:bodyPr>
          <a:lstStyle/>
          <a:p>
            <a:pPr algn="l">
              <a:spcAft>
                <a:spcPts val="600"/>
              </a:spcAft>
            </a:pPr>
            <a:r>
              <a:rPr b="1" sz="1150">
                <a:solidFill>
                  <a:srgbClr val="434343"/>
                </a:solidFill>
                <a:latin typeface="Catamaran"/>
              </a:rPr>
              <a:t>A más intensidad, más viviendas afectadas. </a:t>
            </a:r>
            <a:r>
              <a:rPr b="0" sz="1150">
                <a:solidFill>
                  <a:srgbClr val="434343"/>
                </a:solidFill>
                <a:latin typeface="Catamaran"/>
              </a:rPr>
              <a:t>La franja es el rango del modelo: así de ancha es la incertidumbre.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INGENIERÍA</a:t>
            </a:r>
          </a:p>
        </p:txBody>
      </p:sp>
      <p:sp>
        <p:nvSpPr>
          <p:cNvPr id="3" name="Rectangle 2"/>
          <p:cNvSpPr/>
          <p:nvPr/>
        </p:nvSpPr>
        <p:spPr>
          <a:xfrm>
            <a:off x="457200" y="502920"/>
            <a:ext cx="3566160" cy="288036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94360"/>
            <a:ext cx="3200400" cy="365760"/>
          </a:xfrm>
          <a:prstGeom prst="rect">
            <a:avLst/>
          </a:prstGeom>
          <a:noFill/>
        </p:spPr>
        <p:txBody>
          <a:bodyPr wrap="square" anchor="t" lIns="0" rIns="0" tIns="0" bIns="0">
            <a:spAutoFit/>
          </a:bodyPr>
          <a:lstStyle/>
          <a:p>
            <a:pPr algn="l">
              <a:spcAft>
                <a:spcPts val="600"/>
              </a:spcAft>
            </a:pPr>
            <a:r>
              <a:rPr b="1" sz="1400">
                <a:solidFill>
                  <a:srgbClr val="434343"/>
                </a:solidFill>
                <a:latin typeface="Livvic"/>
              </a:rPr>
              <a:t>BACKEND · API REST</a:t>
            </a:r>
          </a:p>
        </p:txBody>
      </p:sp>
      <p:sp>
        <p:nvSpPr>
          <p:cNvPr id="5" name="TextBox 4"/>
          <p:cNvSpPr txBox="1"/>
          <p:nvPr/>
        </p:nvSpPr>
        <p:spPr>
          <a:xfrm>
            <a:off x="640080" y="960120"/>
            <a:ext cx="3200400" cy="2377440"/>
          </a:xfrm>
          <a:prstGeom prst="rect">
            <a:avLst/>
          </a:prstGeom>
          <a:noFill/>
        </p:spPr>
        <p:txBody>
          <a:bodyPr wrap="square" anchor="t" lIns="0" rIns="0" tIns="0" bIns="0">
            <a:spAutoFit/>
          </a:bodyPr>
          <a:lstStyle/>
          <a:p>
            <a:pPr algn="l">
              <a:spcAft>
                <a:spcPts val="300"/>
              </a:spcAft>
            </a:pPr>
            <a:r>
              <a:rPr b="1" sz="1150">
                <a:solidFill>
                  <a:srgbClr val="434343"/>
                </a:solidFill>
                <a:latin typeface="Catamaran"/>
              </a:rPr>
              <a:t>FastAPI + Python 3.11</a:t>
            </a:r>
          </a:p>
          <a:p>
            <a:pPr algn="l">
              <a:spcAft>
                <a:spcPts val="300"/>
              </a:spcAft>
            </a:pPr>
            <a:r>
              <a:rPr b="0" sz="1150">
                <a:solidFill>
                  <a:srgbClr val="434343"/>
                </a:solidFill>
                <a:latin typeface="Catamaran"/>
              </a:rPr>
              <a:t>Carga los tres modelos una vez y responde en JSON.</a:t>
            </a:r>
          </a:p>
          <a:p>
            <a:pPr algn="l">
              <a:spcAft>
                <a:spcPts val="300"/>
              </a:spcAft>
            </a:pPr>
            <a:r>
              <a:rPr b="1" sz="1150">
                <a:solidFill>
                  <a:srgbClr val="434343"/>
                </a:solidFill>
                <a:latin typeface="Catamaran"/>
              </a:rPr>
              <a:t>Una ruta, dos modelos</a:t>
            </a:r>
          </a:p>
          <a:p>
            <a:pPr algn="l">
              <a:spcAft>
                <a:spcPts val="300"/>
              </a:spcAft>
            </a:pPr>
            <a:r>
              <a:rPr b="0" sz="1150">
                <a:solidFill>
                  <a:srgbClr val="434343"/>
                </a:solidFill>
                <a:latin typeface="Catamaran"/>
              </a:rPr>
              <a:t>/api/riesgo?zona=los_santos o santander.</a:t>
            </a:r>
          </a:p>
          <a:p>
            <a:pPr algn="l">
              <a:spcAft>
                <a:spcPts val="300"/>
              </a:spcAft>
            </a:pPr>
            <a:r>
              <a:rPr b="1" sz="1150">
                <a:solidFill>
                  <a:srgbClr val="434343"/>
                </a:solidFill>
                <a:latin typeface="Catamaran"/>
              </a:rPr>
              <a:t>Viviendas en cada escenario</a:t>
            </a:r>
          </a:p>
          <a:p>
            <a:pPr algn="l">
              <a:spcAft>
                <a:spcPts val="300"/>
              </a:spcAft>
            </a:pPr>
            <a:r>
              <a:rPr b="0" sz="1150">
                <a:solidFill>
                  <a:srgbClr val="434343"/>
                </a:solidFill>
                <a:latin typeface="Catamaran"/>
              </a:rPr>
              <a:t>El simulador devuelve personas, viviendas y costo.</a:t>
            </a:r>
          </a:p>
          <a:p>
            <a:pPr algn="l">
              <a:spcAft>
                <a:spcPts val="300"/>
              </a:spcAft>
            </a:pPr>
            <a:r>
              <a:rPr b="1" sz="1150">
                <a:solidFill>
                  <a:srgbClr val="434343"/>
                </a:solidFill>
                <a:latin typeface="Catamaran"/>
              </a:rPr>
              <a:t>22 pruebas automáticas</a:t>
            </a:r>
          </a:p>
          <a:p>
            <a:pPr algn="l">
              <a:spcAft>
                <a:spcPts val="300"/>
              </a:spcAft>
            </a:pPr>
            <a:r>
              <a:rPr b="0" sz="1150">
                <a:solidFill>
                  <a:srgbClr val="434343"/>
                </a:solidFill>
                <a:latin typeface="Catamaran"/>
              </a:rPr>
              <a:t>Lo que se sirve es lo que se entrenó.</a:t>
            </a:r>
          </a:p>
          <a:p>
            <a:pPr algn="l">
              <a:spcAft>
                <a:spcPts val="300"/>
              </a:spcAft>
            </a:pPr>
            <a:r>
              <a:rPr b="1" sz="1150">
                <a:solidFill>
                  <a:srgbClr val="434343"/>
                </a:solidFill>
                <a:latin typeface="Catamaran"/>
              </a:rPr>
              <a:t>Docker → Google Cloud Run</a:t>
            </a:r>
          </a:p>
        </p:txBody>
      </p:sp>
      <p:sp>
        <p:nvSpPr>
          <p:cNvPr id="6" name="Rectangle 5"/>
          <p:cNvSpPr/>
          <p:nvPr/>
        </p:nvSpPr>
        <p:spPr>
          <a:xfrm>
            <a:off x="4206240" y="502920"/>
            <a:ext cx="3566160" cy="2880360"/>
          </a:xfrm>
          <a:prstGeom prst="rect">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594360"/>
            <a:ext cx="3200400" cy="365760"/>
          </a:xfrm>
          <a:prstGeom prst="rect">
            <a:avLst/>
          </a:prstGeom>
          <a:noFill/>
        </p:spPr>
        <p:txBody>
          <a:bodyPr wrap="square" anchor="t" lIns="0" rIns="0" tIns="0" bIns="0">
            <a:spAutoFit/>
          </a:bodyPr>
          <a:lstStyle/>
          <a:p>
            <a:pPr algn="l">
              <a:spcAft>
                <a:spcPts val="600"/>
              </a:spcAft>
            </a:pPr>
            <a:r>
              <a:rPr b="1" sz="1400">
                <a:solidFill>
                  <a:srgbClr val="FFFFFF"/>
                </a:solidFill>
                <a:latin typeface="Livvic"/>
              </a:rPr>
              <a:t>FRONTEND · APLICACIÓN WEB</a:t>
            </a:r>
          </a:p>
        </p:txBody>
      </p:sp>
      <p:sp>
        <p:nvSpPr>
          <p:cNvPr id="8" name="TextBox 7"/>
          <p:cNvSpPr txBox="1"/>
          <p:nvPr/>
        </p:nvSpPr>
        <p:spPr>
          <a:xfrm>
            <a:off x="4389120" y="960120"/>
            <a:ext cx="3200400" cy="2377440"/>
          </a:xfrm>
          <a:prstGeom prst="rect">
            <a:avLst/>
          </a:prstGeom>
          <a:noFill/>
        </p:spPr>
        <p:txBody>
          <a:bodyPr wrap="square" anchor="t" lIns="0" rIns="0" tIns="0" bIns="0">
            <a:spAutoFit/>
          </a:bodyPr>
          <a:lstStyle/>
          <a:p>
            <a:pPr algn="l">
              <a:spcAft>
                <a:spcPts val="300"/>
              </a:spcAft>
            </a:pPr>
            <a:r>
              <a:rPr b="1" sz="1150">
                <a:solidFill>
                  <a:srgbClr val="FFFFFF"/>
                </a:solidFill>
                <a:latin typeface="Catamaran"/>
              </a:rPr>
              <a:t>React + TypeScript + deck.gl</a:t>
            </a:r>
          </a:p>
          <a:p>
            <a:pPr algn="l">
              <a:spcAft>
                <a:spcPts val="300"/>
              </a:spcAft>
            </a:pPr>
            <a:r>
              <a:rPr b="0" sz="1150">
                <a:solidFill>
                  <a:srgbClr val="FFFFFF"/>
                </a:solidFill>
                <a:latin typeface="Catamaran"/>
              </a:rPr>
              <a:t>Relieve 3D real de Santander, sin mapa de fondo.</a:t>
            </a:r>
          </a:p>
          <a:p>
            <a:pPr algn="l">
              <a:spcAft>
                <a:spcPts val="300"/>
              </a:spcAft>
            </a:pPr>
            <a:r>
              <a:rPr b="1" sz="1150">
                <a:solidFill>
                  <a:srgbClr val="FFFFFF"/>
                </a:solidFill>
                <a:latin typeface="Catamaran"/>
              </a:rPr>
              <a:t>Mapa de calor continuo</a:t>
            </a:r>
          </a:p>
          <a:p>
            <a:pPr algn="l">
              <a:spcAft>
                <a:spcPts val="300"/>
              </a:spcAft>
            </a:pPr>
            <a:r>
              <a:rPr b="0" sz="1150">
                <a:solidFill>
                  <a:srgbClr val="FFFFFF"/>
                </a:solidFill>
                <a:latin typeface="Catamaran"/>
              </a:rPr>
              <a:t>Un punto cada 220 m en Los Santos.</a:t>
            </a:r>
          </a:p>
          <a:p>
            <a:pPr algn="l">
              <a:spcAft>
                <a:spcPts val="300"/>
              </a:spcAft>
            </a:pPr>
            <a:r>
              <a:rPr b="1" sz="1150">
                <a:solidFill>
                  <a:srgbClr val="FFFFFF"/>
                </a:solidFill>
                <a:latin typeface="Catamaran"/>
              </a:rPr>
              <a:t>Un modelo por zona</a:t>
            </a:r>
          </a:p>
          <a:p>
            <a:pPr algn="l">
              <a:spcAft>
                <a:spcPts val="300"/>
              </a:spcAft>
            </a:pPr>
            <a:r>
              <a:rPr b="0" sz="1150">
                <a:solidFill>
                  <a:srgbClr val="FFFFFF"/>
                </a:solidFill>
                <a:latin typeface="Catamaran"/>
              </a:rPr>
              <a:t>Al cambiar de zona, cambia el modelo.</a:t>
            </a:r>
          </a:p>
          <a:p>
            <a:pPr algn="l">
              <a:spcAft>
                <a:spcPts val="300"/>
              </a:spcAft>
            </a:pPr>
            <a:r>
              <a:rPr b="1" sz="1150">
                <a:solidFill>
                  <a:srgbClr val="FFFFFF"/>
                </a:solidFill>
                <a:latin typeface="Catamaran"/>
              </a:rPr>
              <a:t>Panel en bloques</a:t>
            </a:r>
          </a:p>
          <a:p>
            <a:pPr algn="l">
              <a:spcAft>
                <a:spcPts val="300"/>
              </a:spcAft>
            </a:pPr>
            <a:r>
              <a:rPr b="0" sz="1150">
                <a:solidFill>
                  <a:srgbClr val="FFFFFF"/>
                </a:solidFill>
                <a:latin typeface="Catamaran"/>
              </a:rPr>
              <a:t>Cada cifra dice de dónde sale: SGC, DANE, UNGRD.</a:t>
            </a:r>
          </a:p>
          <a:p>
            <a:pPr algn="l">
              <a:spcAft>
                <a:spcPts val="300"/>
              </a:spcAft>
            </a:pPr>
            <a:r>
              <a:rPr b="1" sz="1150">
                <a:solidFill>
                  <a:srgbClr val="FFFFFF"/>
                </a:solidFill>
                <a:latin typeface="Catamaran"/>
              </a:rPr>
              <a:t>Sitio estático → Vercel</a:t>
            </a:r>
          </a:p>
        </p:txBody>
      </p:sp>
      <p:sp>
        <p:nvSpPr>
          <p:cNvPr id="9" name="TextBox 8"/>
          <p:cNvSpPr txBox="1"/>
          <p:nvPr/>
        </p:nvSpPr>
        <p:spPr>
          <a:xfrm>
            <a:off x="457200" y="3520440"/>
            <a:ext cx="7315200" cy="274320"/>
          </a:xfrm>
          <a:prstGeom prst="rect">
            <a:avLst/>
          </a:prstGeom>
          <a:noFill/>
        </p:spPr>
        <p:txBody>
          <a:bodyPr wrap="square" anchor="t" lIns="0" rIns="0" tIns="0" bIns="0">
            <a:spAutoFit/>
          </a:bodyPr>
          <a:lstStyle/>
          <a:p>
            <a:pPr algn="l">
              <a:spcAft>
                <a:spcPts val="600"/>
              </a:spcAft>
            </a:pPr>
            <a:r>
              <a:rPr b="1" sz="1050">
                <a:solidFill>
                  <a:srgbClr val="908269"/>
                </a:solidFill>
                <a:latin typeface="Livvic"/>
              </a:rPr>
              <a:t>EL RECORRIDO DE UNA CONSULTA</a:t>
            </a:r>
          </a:p>
        </p:txBody>
      </p:sp>
      <p:sp>
        <p:nvSpPr>
          <p:cNvPr id="10" name="Rectangle 9"/>
          <p:cNvSpPr/>
          <p:nvPr/>
        </p:nvSpPr>
        <p:spPr>
          <a:xfrm>
            <a:off x="457200" y="3822191"/>
            <a:ext cx="1572768" cy="82296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895344"/>
            <a:ext cx="1389888"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Mueves un control</a:t>
            </a:r>
          </a:p>
        </p:txBody>
      </p:sp>
      <p:sp>
        <p:nvSpPr>
          <p:cNvPr id="12" name="TextBox 11"/>
          <p:cNvSpPr txBox="1"/>
          <p:nvPr/>
        </p:nvSpPr>
        <p:spPr>
          <a:xfrm>
            <a:off x="548640" y="4187952"/>
            <a:ext cx="1389888" cy="41148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magnitud, zona, trimestre</a:t>
            </a:r>
          </a:p>
        </p:txBody>
      </p:sp>
      <p:sp>
        <p:nvSpPr>
          <p:cNvPr id="13" name="Rectangle 12"/>
          <p:cNvSpPr/>
          <p:nvPr/>
        </p:nvSpPr>
        <p:spPr>
          <a:xfrm>
            <a:off x="2322576" y="3822191"/>
            <a:ext cx="1572768" cy="82296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14016" y="3895344"/>
            <a:ext cx="1389888"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La API calcula</a:t>
            </a:r>
          </a:p>
        </p:txBody>
      </p:sp>
      <p:sp>
        <p:nvSpPr>
          <p:cNvPr id="15" name="TextBox 14"/>
          <p:cNvSpPr txBox="1"/>
          <p:nvPr/>
        </p:nvSpPr>
        <p:spPr>
          <a:xfrm>
            <a:off x="2414016" y="4187952"/>
            <a:ext cx="1389888" cy="41148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con el modelo en memoria</a:t>
            </a:r>
          </a:p>
        </p:txBody>
      </p:sp>
      <p:sp>
        <p:nvSpPr>
          <p:cNvPr id="16" name="Right Arrow 15"/>
          <p:cNvSpPr/>
          <p:nvPr/>
        </p:nvSpPr>
        <p:spPr>
          <a:xfrm>
            <a:off x="2048256" y="41148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87952" y="3822191"/>
            <a:ext cx="1572768" cy="82296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9392" y="3895344"/>
            <a:ext cx="1389888"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Responde en JSON</a:t>
            </a:r>
          </a:p>
        </p:txBody>
      </p:sp>
      <p:sp>
        <p:nvSpPr>
          <p:cNvPr id="19" name="TextBox 18"/>
          <p:cNvSpPr txBox="1"/>
          <p:nvPr/>
        </p:nvSpPr>
        <p:spPr>
          <a:xfrm>
            <a:off x="4279392" y="4187952"/>
            <a:ext cx="1389888" cy="41148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comprimido, en milisegundos</a:t>
            </a:r>
          </a:p>
        </p:txBody>
      </p:sp>
      <p:sp>
        <p:nvSpPr>
          <p:cNvPr id="20" name="Right Arrow 19"/>
          <p:cNvSpPr/>
          <p:nvPr/>
        </p:nvSpPr>
        <p:spPr>
          <a:xfrm>
            <a:off x="3913632" y="41148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53328" y="3822191"/>
            <a:ext cx="1572768" cy="822960"/>
          </a:xfrm>
          <a:prstGeom prst="rect">
            <a:avLst/>
          </a:prstGeom>
          <a:solidFill>
            <a:srgbClr val="B6A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4768" y="3895344"/>
            <a:ext cx="1389888" cy="274320"/>
          </a:xfrm>
          <a:prstGeom prst="rect">
            <a:avLst/>
          </a:prstGeom>
          <a:noFill/>
        </p:spPr>
        <p:txBody>
          <a:bodyPr wrap="square" anchor="t" lIns="0" rIns="0" tIns="0" bIns="0">
            <a:spAutoFit/>
          </a:bodyPr>
          <a:lstStyle/>
          <a:p>
            <a:pPr algn="ctr">
              <a:spcAft>
                <a:spcPts val="600"/>
              </a:spcAft>
            </a:pPr>
            <a:r>
              <a:rPr b="1" sz="1200">
                <a:solidFill>
                  <a:srgbClr val="434343"/>
                </a:solidFill>
                <a:latin typeface="Livvic"/>
              </a:rPr>
              <a:t>Se pinta en 3D</a:t>
            </a:r>
          </a:p>
        </p:txBody>
      </p:sp>
      <p:sp>
        <p:nvSpPr>
          <p:cNvPr id="23" name="TextBox 22"/>
          <p:cNvSpPr txBox="1"/>
          <p:nvPr/>
        </p:nvSpPr>
        <p:spPr>
          <a:xfrm>
            <a:off x="6144768" y="4187952"/>
            <a:ext cx="1389888" cy="411480"/>
          </a:xfrm>
          <a:prstGeom prst="rect">
            <a:avLst/>
          </a:prstGeom>
          <a:noFill/>
        </p:spPr>
        <p:txBody>
          <a:bodyPr wrap="square" anchor="t" lIns="0" rIns="0" tIns="0" bIns="0">
            <a:spAutoFit/>
          </a:bodyPr>
          <a:lstStyle/>
          <a:p>
            <a:pPr algn="ctr">
              <a:spcAft>
                <a:spcPts val="100"/>
              </a:spcAft>
            </a:pPr>
            <a:r>
              <a:rPr b="0" sz="1050">
                <a:solidFill>
                  <a:srgbClr val="434343"/>
                </a:solidFill>
                <a:latin typeface="Catamaran"/>
              </a:rPr>
              <a:t>mapa de calor sobre el relieve</a:t>
            </a:r>
          </a:p>
        </p:txBody>
      </p:sp>
      <p:sp>
        <p:nvSpPr>
          <p:cNvPr id="24" name="Right Arrow 23"/>
          <p:cNvSpPr/>
          <p:nvPr/>
        </p:nvSpPr>
        <p:spPr>
          <a:xfrm>
            <a:off x="5779008" y="4114800"/>
            <a:ext cx="237744" cy="219456"/>
          </a:xfrm>
          <a:prstGeom prst="rightArrow">
            <a:avLst/>
          </a:prstGeom>
          <a:solidFill>
            <a:srgbClr val="43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APLICACIÓN</a:t>
            </a:r>
          </a:p>
        </p:txBody>
      </p:sp>
      <p:pic>
        <p:nvPicPr>
          <p:cNvPr id="3" name="Picture 2" descr="cap_ls_tiempo.png"/>
          <p:cNvPicPr>
            <a:picLocks noChangeAspect="1"/>
          </p:cNvPicPr>
          <p:nvPr/>
        </p:nvPicPr>
        <p:blipFill>
          <a:blip r:embed="rId3"/>
          <a:stretch>
            <a:fillRect/>
          </a:stretch>
        </p:blipFill>
        <p:spPr>
          <a:xfrm>
            <a:off x="411480" y="457200"/>
            <a:ext cx="4529572" cy="3931920"/>
          </a:xfrm>
          <a:prstGeom prst="rect">
            <a:avLst/>
          </a:prstGeom>
        </p:spPr>
      </p:pic>
      <p:sp>
        <p:nvSpPr>
          <p:cNvPr id="4" name="TextBox 3"/>
          <p:cNvSpPr txBox="1"/>
          <p:nvPr/>
        </p:nvSpPr>
        <p:spPr>
          <a:xfrm>
            <a:off x="5074920" y="502920"/>
            <a:ext cx="2743200" cy="457200"/>
          </a:xfrm>
          <a:prstGeom prst="rect">
            <a:avLst/>
          </a:prstGeom>
          <a:noFill/>
        </p:spPr>
        <p:txBody>
          <a:bodyPr wrap="square" anchor="t" lIns="0" rIns="0" tIns="0" bIns="0">
            <a:spAutoFit/>
          </a:bodyPr>
          <a:lstStyle/>
          <a:p>
            <a:pPr algn="l">
              <a:spcAft>
                <a:spcPts val="600"/>
              </a:spcAft>
            </a:pPr>
            <a:r>
              <a:rPr b="1" sz="1500">
                <a:solidFill>
                  <a:srgbClr val="434343"/>
                </a:solidFill>
                <a:latin typeface="Livvic"/>
              </a:rPr>
              <a:t>Línea de tiempo: lo que predijo contra lo que ocurrió</a:t>
            </a:r>
          </a:p>
        </p:txBody>
      </p:sp>
      <p:sp>
        <p:nvSpPr>
          <p:cNvPr id="5" name="TextBox 4"/>
          <p:cNvSpPr txBox="1"/>
          <p:nvPr/>
        </p:nvSpPr>
        <p:spPr>
          <a:xfrm>
            <a:off x="5074920" y="1371600"/>
            <a:ext cx="2743200" cy="3291840"/>
          </a:xfrm>
          <a:prstGeom prst="rect">
            <a:avLst/>
          </a:prstGeom>
          <a:noFill/>
        </p:spPr>
        <p:txBody>
          <a:bodyPr wrap="square" anchor="t" lIns="0" rIns="0" tIns="0" bIns="0">
            <a:spAutoFit/>
          </a:bodyPr>
          <a:lstStyle/>
          <a:p>
            <a:pPr algn="l">
              <a:spcAft>
                <a:spcPts val="700"/>
              </a:spcAft>
            </a:pPr>
            <a:r>
              <a:rPr b="1" sz="1200">
                <a:solidFill>
                  <a:srgbClr val="434343"/>
                </a:solidFill>
                <a:latin typeface="Catamaran"/>
              </a:rPr>
              <a:t>19 trimestres </a:t>
            </a:r>
            <a:r>
              <a:rPr b="0" sz="1200">
                <a:solidFill>
                  <a:srgbClr val="434343"/>
                </a:solidFill>
                <a:latin typeface="Catamaran"/>
              </a:rPr>
              <a:t>de prueba, de 2022 a 2026.</a:t>
            </a:r>
          </a:p>
          <a:p>
            <a:pPr algn="l">
              <a:spcAft>
                <a:spcPts val="700"/>
              </a:spcAft>
            </a:pPr>
            <a:r>
              <a:rPr b="1" sz="1200">
                <a:solidFill>
                  <a:srgbClr val="434343"/>
                </a:solidFill>
                <a:latin typeface="Catamaran"/>
              </a:rPr>
              <a:t>Dos modos: </a:t>
            </a:r>
            <a:r>
              <a:rPr b="0" sz="1200">
                <a:solidFill>
                  <a:srgbClr val="434343"/>
                </a:solidFill>
                <a:latin typeface="Catamaran"/>
              </a:rPr>
              <a:t>«Lo que predijo» y «Lo que ocurrió».</a:t>
            </a:r>
          </a:p>
          <a:p>
            <a:pPr algn="l">
              <a:spcAft>
                <a:spcPts val="700"/>
              </a:spcAft>
            </a:pPr>
            <a:r>
              <a:rPr b="1" sz="1200">
                <a:solidFill>
                  <a:srgbClr val="434343"/>
                </a:solidFill>
                <a:latin typeface="Catamaran"/>
              </a:rPr>
              <a:t>Las celdas falladas se marcan </a:t>
            </a:r>
            <a:r>
              <a:rPr b="0" sz="1200">
                <a:solidFill>
                  <a:srgbClr val="434343"/>
                </a:solidFill>
                <a:latin typeface="Catamaran"/>
              </a:rPr>
              <a:t>con borde y equis sobre el relieve.</a:t>
            </a:r>
          </a:p>
          <a:p>
            <a:pPr algn="l">
              <a:spcAft>
                <a:spcPts val="700"/>
              </a:spcAft>
            </a:pPr>
            <a:r>
              <a:rPr b="1" sz="1200">
                <a:solidFill>
                  <a:srgbClr val="434343"/>
                </a:solidFill>
                <a:latin typeface="Catamaran"/>
              </a:rPr>
              <a:t>En la imagen: </a:t>
            </a:r>
            <a:r>
              <a:rPr b="0" sz="1200">
                <a:solidFill>
                  <a:srgbClr val="434343"/>
                </a:solidFill>
                <a:latin typeface="Catamaran"/>
              </a:rPr>
              <a:t>2023-T2 en Los Santos.</a:t>
            </a:r>
          </a:p>
          <a:p>
            <a:pPr algn="l">
              <a:spcAft>
                <a:spcPts val="700"/>
              </a:spcAft>
            </a:pPr>
            <a:r>
              <a:rPr b="1" sz="1200">
                <a:solidFill>
                  <a:srgbClr val="434343"/>
                </a:solidFill>
                <a:latin typeface="Catamaran"/>
              </a:rPr>
              <a:t>Al hacer clic: </a:t>
            </a:r>
            <a:r>
              <a:rPr b="0" sz="1200">
                <a:solidFill>
                  <a:srgbClr val="434343"/>
                </a:solidFill>
                <a:latin typeface="Catamaran"/>
              </a:rPr>
              <a:t>coordenadas reales, municipio, celda y personas que viven allí.</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SIMULAR UN SISMO</a:t>
            </a:r>
          </a:p>
        </p:txBody>
      </p:sp>
      <p:pic>
        <p:nvPicPr>
          <p:cNvPr id="3" name="Picture 2" descr="cap_somero.png"/>
          <p:cNvPicPr>
            <a:picLocks noChangeAspect="1"/>
          </p:cNvPicPr>
          <p:nvPr/>
        </p:nvPicPr>
        <p:blipFill>
          <a:blip r:embed="rId3"/>
          <a:stretch>
            <a:fillRect/>
          </a:stretch>
        </p:blipFill>
        <p:spPr>
          <a:xfrm>
            <a:off x="411480" y="365760"/>
            <a:ext cx="4257446" cy="4434840"/>
          </a:xfrm>
          <a:prstGeom prst="rect">
            <a:avLst/>
          </a:prstGeom>
        </p:spPr>
      </p:pic>
      <p:sp>
        <p:nvSpPr>
          <p:cNvPr id="4" name="TextBox 3"/>
          <p:cNvSpPr txBox="1"/>
          <p:nvPr/>
        </p:nvSpPr>
        <p:spPr>
          <a:xfrm>
            <a:off x="4983480" y="502920"/>
            <a:ext cx="2834640" cy="457200"/>
          </a:xfrm>
          <a:prstGeom prst="rect">
            <a:avLst/>
          </a:prstGeom>
          <a:noFill/>
        </p:spPr>
        <p:txBody>
          <a:bodyPr wrap="square" anchor="t" lIns="0" rIns="0" tIns="0" bIns="0">
            <a:spAutoFit/>
          </a:bodyPr>
          <a:lstStyle/>
          <a:p>
            <a:pPr algn="l">
              <a:spcAft>
                <a:spcPts val="600"/>
              </a:spcAft>
            </a:pPr>
            <a:r>
              <a:rPr b="1" sz="1500">
                <a:solidFill>
                  <a:srgbClr val="434343"/>
                </a:solidFill>
                <a:latin typeface="Livvic"/>
              </a:rPr>
              <a:t>Sacudida, personas, viviendas y costo</a:t>
            </a:r>
          </a:p>
        </p:txBody>
      </p:sp>
      <p:sp>
        <p:nvSpPr>
          <p:cNvPr id="5" name="TextBox 4"/>
          <p:cNvSpPr txBox="1"/>
          <p:nvPr/>
        </p:nvSpPr>
        <p:spPr>
          <a:xfrm>
            <a:off x="4983480" y="1234440"/>
            <a:ext cx="2834640" cy="3474720"/>
          </a:xfrm>
          <a:prstGeom prst="rect">
            <a:avLst/>
          </a:prstGeom>
          <a:noFill/>
        </p:spPr>
        <p:txBody>
          <a:bodyPr wrap="square" anchor="t" lIns="0" rIns="0" tIns="0" bIns="0">
            <a:spAutoFit/>
          </a:bodyPr>
          <a:lstStyle/>
          <a:p>
            <a:pPr algn="l">
              <a:spcAft>
                <a:spcPts val="700"/>
              </a:spcAft>
            </a:pPr>
            <a:r>
              <a:rPr b="1" sz="1200">
                <a:solidFill>
                  <a:srgbClr val="434343"/>
                </a:solidFill>
                <a:latin typeface="Catamaran"/>
              </a:rPr>
              <a:t>Eliges: </a:t>
            </a:r>
            <a:r>
              <a:rPr b="0" sz="1200">
                <a:solidFill>
                  <a:srgbClr val="434343"/>
                </a:solidFill>
                <a:latin typeface="Catamaran"/>
              </a:rPr>
              <a:t>magnitud y profundidad, o uno de cinco sismos reales.</a:t>
            </a:r>
          </a:p>
          <a:p>
            <a:pPr algn="l">
              <a:spcAft>
                <a:spcPts val="700"/>
              </a:spcAft>
            </a:pPr>
            <a:r>
              <a:rPr b="1" sz="1200">
                <a:solidFill>
                  <a:srgbClr val="434343"/>
                </a:solidFill>
                <a:latin typeface="Catamaran"/>
              </a:rPr>
              <a:t>Personas expuestas </a:t>
            </a:r>
            <a:r>
              <a:rPr b="0" sz="1200">
                <a:solidFill>
                  <a:srgbClr val="434343"/>
                </a:solidFill>
                <a:latin typeface="Catamaran"/>
              </a:rPr>
              <a:t>por nivel, con población del DANE.</a:t>
            </a:r>
          </a:p>
          <a:p>
            <a:pPr algn="l">
              <a:spcAft>
                <a:spcPts val="700"/>
              </a:spcAft>
            </a:pPr>
            <a:r>
              <a:rPr b="1" sz="1200">
                <a:solidFill>
                  <a:srgbClr val="434343"/>
                </a:solidFill>
                <a:latin typeface="Catamaran"/>
              </a:rPr>
              <a:t>Viviendas afectadas </a:t>
            </a:r>
            <a:r>
              <a:rPr b="0" sz="1200">
                <a:solidFill>
                  <a:srgbClr val="434343"/>
                </a:solidFill>
                <a:latin typeface="Catamaran"/>
              </a:rPr>
              <a:t>con valor central y rango.</a:t>
            </a:r>
          </a:p>
          <a:p>
            <a:pPr algn="l">
              <a:spcAft>
                <a:spcPts val="700"/>
              </a:spcAft>
            </a:pPr>
            <a:r>
              <a:rPr b="1" sz="1200">
                <a:solidFill>
                  <a:srgbClr val="434343"/>
                </a:solidFill>
                <a:latin typeface="Catamaran"/>
              </a:rPr>
              <a:t>Costo de atención </a:t>
            </a:r>
            <a:r>
              <a:rPr b="0" sz="1200">
                <a:solidFill>
                  <a:srgbClr val="434343"/>
                </a:solidFill>
                <a:latin typeface="Catamaran"/>
              </a:rPr>
              <a:t>como rango, en pesos.</a:t>
            </a:r>
          </a:p>
          <a:p>
            <a:pPr algn="l">
              <a:spcAft>
                <a:spcPts val="700"/>
              </a:spcAft>
            </a:pPr>
            <a:r>
              <a:rPr b="1" sz="1200">
                <a:solidFill>
                  <a:srgbClr val="434343"/>
                </a:solidFill>
                <a:latin typeface="Catamaran"/>
              </a:rPr>
              <a:t>Avisos automáticos </a:t>
            </a:r>
            <a:r>
              <a:rPr b="0" sz="1200">
                <a:solidFill>
                  <a:srgbClr val="434343"/>
                </a:solidFill>
                <a:latin typeface="Catamaran"/>
              </a:rPr>
              <a:t>cuando el escenario se sale de lo validado.</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LÍMITES Y CIERRE</a:t>
            </a:r>
          </a:p>
        </p:txBody>
      </p:sp>
      <p:sp>
        <p:nvSpPr>
          <p:cNvPr id="3" name="Rectangle 2"/>
          <p:cNvSpPr/>
          <p:nvPr/>
        </p:nvSpPr>
        <p:spPr>
          <a:xfrm>
            <a:off x="457200" y="502920"/>
            <a:ext cx="3566160" cy="3017520"/>
          </a:xfrm>
          <a:prstGeom prst="rect">
            <a:avLst/>
          </a:prstGeom>
          <a:solidFill>
            <a:srgbClr val="E3D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12648"/>
            <a:ext cx="3200400" cy="365760"/>
          </a:xfrm>
          <a:prstGeom prst="rect">
            <a:avLst/>
          </a:prstGeom>
          <a:noFill/>
        </p:spPr>
        <p:txBody>
          <a:bodyPr wrap="square" anchor="t" lIns="0" rIns="0" tIns="0" bIns="0">
            <a:spAutoFit/>
          </a:bodyPr>
          <a:lstStyle/>
          <a:p>
            <a:pPr algn="l">
              <a:spcAft>
                <a:spcPts val="600"/>
              </a:spcAft>
            </a:pPr>
            <a:r>
              <a:rPr b="1" sz="1400">
                <a:solidFill>
                  <a:srgbClr val="434343"/>
                </a:solidFill>
                <a:latin typeface="Livvic"/>
              </a:rPr>
              <a:t>LO QUE NO HACE BIEN</a:t>
            </a:r>
          </a:p>
        </p:txBody>
      </p:sp>
      <p:sp>
        <p:nvSpPr>
          <p:cNvPr id="5" name="TextBox 4"/>
          <p:cNvSpPr txBox="1"/>
          <p:nvPr/>
        </p:nvSpPr>
        <p:spPr>
          <a:xfrm>
            <a:off x="640080" y="1024128"/>
            <a:ext cx="3200400" cy="2468880"/>
          </a:xfrm>
          <a:prstGeom prst="rect">
            <a:avLst/>
          </a:prstGeom>
          <a:noFill/>
        </p:spPr>
        <p:txBody>
          <a:bodyPr wrap="square" anchor="t" lIns="0" rIns="0" tIns="0" bIns="0">
            <a:spAutoFit/>
          </a:bodyPr>
          <a:lstStyle/>
          <a:p>
            <a:pPr algn="l">
              <a:spcAft>
                <a:spcPts val="600"/>
              </a:spcAft>
            </a:pPr>
            <a:r>
              <a:rPr b="1" sz="1150">
                <a:solidFill>
                  <a:srgbClr val="434343"/>
                </a:solidFill>
                <a:latin typeface="Catamaran"/>
              </a:rPr>
              <a:t>Ventaja pequeña </a:t>
            </a:r>
            <a:r>
              <a:rPr b="0" sz="1150">
                <a:solidFill>
                  <a:srgbClr val="434343"/>
                </a:solidFill>
                <a:latin typeface="Catamaran"/>
              </a:rPr>
              <a:t>sobre la persistencia en Los Santos (80,7 % frente a 80,2 %).</a:t>
            </a:r>
          </a:p>
          <a:p>
            <a:pPr algn="l">
              <a:spcAft>
                <a:spcPts val="600"/>
              </a:spcAft>
            </a:pPr>
            <a:r>
              <a:rPr b="1" sz="1150">
                <a:solidFill>
                  <a:srgbClr val="434343"/>
                </a:solidFill>
                <a:latin typeface="Catamaran"/>
              </a:rPr>
              <a:t>El nivel Medio </a:t>
            </a:r>
            <a:r>
              <a:rPr b="0" sz="1150">
                <a:solidFill>
                  <a:srgbClr val="434343"/>
                </a:solidFill>
                <a:latin typeface="Catamaran"/>
              </a:rPr>
              <a:t>se predice mal: acierta 38 de 86.</a:t>
            </a:r>
          </a:p>
          <a:p>
            <a:pPr algn="l">
              <a:spcAft>
                <a:spcPts val="600"/>
              </a:spcAft>
            </a:pPr>
            <a:r>
              <a:rPr b="1" sz="1150">
                <a:solidFill>
                  <a:srgbClr val="434343"/>
                </a:solidFill>
                <a:latin typeface="Catamaran"/>
              </a:rPr>
              <a:t>Viviendas: </a:t>
            </a:r>
            <a:r>
              <a:rPr b="0" sz="1150">
                <a:solidFill>
                  <a:srgbClr val="434343"/>
                </a:solidFill>
                <a:latin typeface="Catamaran"/>
              </a:rPr>
              <a:t>primera aproximación, con error de un factor diez.</a:t>
            </a:r>
          </a:p>
          <a:p>
            <a:pPr algn="l">
              <a:spcAft>
                <a:spcPts val="600"/>
              </a:spcAft>
            </a:pPr>
            <a:r>
              <a:rPr b="1" sz="1150">
                <a:solidFill>
                  <a:srgbClr val="434343"/>
                </a:solidFill>
                <a:latin typeface="Catamaran"/>
              </a:rPr>
              <a:t>No predice cuándo </a:t>
            </a:r>
            <a:r>
              <a:rPr b="0" sz="1150">
                <a:solidFill>
                  <a:srgbClr val="434343"/>
                </a:solidFill>
                <a:latin typeface="Catamaran"/>
              </a:rPr>
              <a:t>ocurrirá un sismo. Dice qué zonas estarán más activas.</a:t>
            </a:r>
          </a:p>
          <a:p>
            <a:pPr algn="l">
              <a:spcAft>
                <a:spcPts val="600"/>
              </a:spcAft>
            </a:pPr>
            <a:r>
              <a:rPr b="1" sz="1150">
                <a:solidFill>
                  <a:srgbClr val="434343"/>
                </a:solidFill>
                <a:latin typeface="Catamaran"/>
              </a:rPr>
              <a:t>Sin desplegar </a:t>
            </a:r>
            <a:r>
              <a:rPr b="0" sz="1150">
                <a:solidFill>
                  <a:srgbClr val="434343"/>
                </a:solidFill>
                <a:latin typeface="Catamaran"/>
              </a:rPr>
              <a:t>en la nube todavía.</a:t>
            </a:r>
          </a:p>
        </p:txBody>
      </p:sp>
      <p:sp>
        <p:nvSpPr>
          <p:cNvPr id="6" name="Rectangle 5"/>
          <p:cNvSpPr/>
          <p:nvPr/>
        </p:nvSpPr>
        <p:spPr>
          <a:xfrm>
            <a:off x="4206240" y="502920"/>
            <a:ext cx="3566160" cy="3017520"/>
          </a:xfrm>
          <a:prstGeom prst="rect">
            <a:avLst/>
          </a:prstGeom>
          <a:solidFill>
            <a:srgbClr val="9082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612648"/>
            <a:ext cx="3200400" cy="365760"/>
          </a:xfrm>
          <a:prstGeom prst="rect">
            <a:avLst/>
          </a:prstGeom>
          <a:noFill/>
        </p:spPr>
        <p:txBody>
          <a:bodyPr wrap="square" anchor="t" lIns="0" rIns="0" tIns="0" bIns="0">
            <a:spAutoFit/>
          </a:bodyPr>
          <a:lstStyle/>
          <a:p>
            <a:pPr algn="l">
              <a:spcAft>
                <a:spcPts val="600"/>
              </a:spcAft>
            </a:pPr>
            <a:r>
              <a:rPr b="1" sz="1400">
                <a:solidFill>
                  <a:srgbClr val="FFFFFF"/>
                </a:solidFill>
                <a:latin typeface="Livvic"/>
              </a:rPr>
              <a:t>LO QUE NOS LLEVAMOS</a:t>
            </a:r>
          </a:p>
        </p:txBody>
      </p:sp>
      <p:sp>
        <p:nvSpPr>
          <p:cNvPr id="8" name="TextBox 7"/>
          <p:cNvSpPr txBox="1"/>
          <p:nvPr/>
        </p:nvSpPr>
        <p:spPr>
          <a:xfrm>
            <a:off x="4389120" y="1024128"/>
            <a:ext cx="3200400" cy="2468880"/>
          </a:xfrm>
          <a:prstGeom prst="rect">
            <a:avLst/>
          </a:prstGeom>
          <a:noFill/>
        </p:spPr>
        <p:txBody>
          <a:bodyPr wrap="square" anchor="t" lIns="0" rIns="0" tIns="0" bIns="0">
            <a:spAutoFit/>
          </a:bodyPr>
          <a:lstStyle/>
          <a:p>
            <a:pPr algn="l">
              <a:spcAft>
                <a:spcPts val="600"/>
              </a:spcAft>
            </a:pPr>
            <a:r>
              <a:rPr b="1" sz="1150">
                <a:solidFill>
                  <a:srgbClr val="FFFFFF"/>
                </a:solidFill>
                <a:latin typeface="Catamaran"/>
              </a:rPr>
              <a:t>Los datos pesan más que el algoritmo: </a:t>
            </a:r>
            <a:r>
              <a:rPr b="0" sz="1150">
                <a:solidFill>
                  <a:srgbClr val="FFFFFF"/>
                </a:solidFill>
                <a:latin typeface="Catamaran"/>
              </a:rPr>
              <a:t>el umbral de 2,5, el corte en 2010 y ubicar por coordenadas.</a:t>
            </a:r>
          </a:p>
          <a:p>
            <a:pPr algn="l">
              <a:spcAft>
                <a:spcPts val="600"/>
              </a:spcAft>
            </a:pPr>
            <a:r>
              <a:rPr b="1" sz="1150">
                <a:solidFill>
                  <a:srgbClr val="FFFFFF"/>
                </a:solidFill>
                <a:latin typeface="Catamaran"/>
              </a:rPr>
              <a:t>Tres modelos supervisados, </a:t>
            </a:r>
            <a:r>
              <a:rPr b="0" sz="1150">
                <a:solidFill>
                  <a:srgbClr val="FFFFFF"/>
                </a:solidFill>
                <a:latin typeface="Catamaran"/>
              </a:rPr>
              <a:t>validados contra reglas simples y un techo.</a:t>
            </a:r>
          </a:p>
          <a:p>
            <a:pPr algn="l">
              <a:spcAft>
                <a:spcPts val="600"/>
              </a:spcAft>
            </a:pPr>
            <a:r>
              <a:rPr b="1" sz="1150">
                <a:solidFill>
                  <a:srgbClr val="FFFFFF"/>
                </a:solidFill>
                <a:latin typeface="Catamaran"/>
              </a:rPr>
              <a:t>Cerca del límite: </a:t>
            </a:r>
            <a:r>
              <a:rPr b="0" sz="1150">
                <a:solidFill>
                  <a:srgbClr val="FFFFFF"/>
                </a:solidFill>
                <a:latin typeface="Catamaran"/>
              </a:rPr>
              <a:t>97 % de lo que permite el azar de los sismos.</a:t>
            </a:r>
          </a:p>
          <a:p>
            <a:pPr algn="l">
              <a:spcAft>
                <a:spcPts val="600"/>
              </a:spcAft>
            </a:pPr>
            <a:r>
              <a:rPr b="1" sz="1150">
                <a:solidFill>
                  <a:srgbClr val="FFFFFF"/>
                </a:solidFill>
                <a:latin typeface="Catamaran"/>
              </a:rPr>
              <a:t>Mostrar los fallos </a:t>
            </a:r>
            <a:r>
              <a:rPr b="0" sz="1150">
                <a:solidFill>
                  <a:srgbClr val="FFFFFF"/>
                </a:solidFill>
                <a:latin typeface="Catamaran"/>
              </a:rPr>
              <a:t>junto a los aciertos es lo que permite confiar en el resto.</a:t>
            </a:r>
          </a:p>
        </p:txBody>
      </p:sp>
      <p:sp>
        <p:nvSpPr>
          <p:cNvPr id="9" name="TextBox 8"/>
          <p:cNvSpPr txBox="1"/>
          <p:nvPr/>
        </p:nvSpPr>
        <p:spPr>
          <a:xfrm>
            <a:off x="457200" y="3749039"/>
            <a:ext cx="7315200" cy="822960"/>
          </a:xfrm>
          <a:prstGeom prst="rect">
            <a:avLst/>
          </a:prstGeom>
          <a:noFill/>
        </p:spPr>
        <p:txBody>
          <a:bodyPr wrap="square" anchor="ctr" lIns="0" rIns="0" tIns="0" bIns="0">
            <a:spAutoFit/>
          </a:bodyPr>
          <a:lstStyle/>
          <a:p>
            <a:pPr algn="l">
              <a:spcAft>
                <a:spcPts val="600"/>
              </a:spcAft>
            </a:pPr>
            <a:r>
              <a:rPr b="1" sz="2100">
                <a:solidFill>
                  <a:srgbClr val="434343"/>
                </a:solidFill>
                <a:latin typeface="Livvic"/>
              </a:rPr>
              <a:t>Lo que más pesó no fue el algoritmo: fueron los datos.</a:t>
            </a:r>
          </a:p>
        </p:txBody>
      </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FFFFFF"/>
      </a:dk1>
      <a:lt1>
        <a:srgbClr val="22244E"/>
      </a:lt1>
      <a:dk2>
        <a:srgbClr val="503259"/>
      </a:dk2>
      <a:lt2>
        <a:srgbClr val="765186"/>
      </a:lt2>
      <a:accent1>
        <a:srgbClr val="B07CC6"/>
      </a:accent1>
      <a:accent2>
        <a:srgbClr val="FAF6E7"/>
      </a:accent2>
      <a:accent3>
        <a:srgbClr val="E3DFD2"/>
      </a:accent3>
      <a:accent4>
        <a:srgbClr val="FFFFFF"/>
      </a:accent4>
      <a:accent5>
        <a:srgbClr val="FFFFFF"/>
      </a:accent5>
      <a:accent6>
        <a:srgbClr val="FFFFFF"/>
      </a:accent6>
      <a:hlink>
        <a:srgbClr val="76518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Engineering Project Proposal by Slidesgo">
  <a:themeElements>
    <a:clrScheme name="Simple Light">
      <a:dk1>
        <a:srgbClr val="434343"/>
      </a:dk1>
      <a:lt1>
        <a:srgbClr val="FFFFFF"/>
      </a:lt1>
      <a:dk2>
        <a:srgbClr val="595959"/>
      </a:dk2>
      <a:lt2>
        <a:srgbClr val="EEEEEE"/>
      </a:lt2>
      <a:accent1>
        <a:srgbClr val="908269"/>
      </a:accent1>
      <a:accent2>
        <a:srgbClr val="212121"/>
      </a:accent2>
      <a:accent3>
        <a:srgbClr val="CFC3AC"/>
      </a:accent3>
      <a:accent4>
        <a:srgbClr val="976E26"/>
      </a:accent4>
      <a:accent5>
        <a:srgbClr val="927D59"/>
      </a:accent5>
      <a:accent6>
        <a:srgbClr val="584F3E"/>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Centinelas de Santander · Sustentación</dc:title>
  <cp:lastModifiedBy>python-pptx</cp:lastModifiedBy>
  <cp:revision>1</cp:revision>
  <dcterms:modified xsi:type="dcterms:W3CDTF">2026-10-13T16:35:55Z</dcterms:modified>
  <dc:creator>Centinelas de Santander</dc:creator>
</cp:coreProperties>
</file>